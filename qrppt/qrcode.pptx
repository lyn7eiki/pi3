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5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0" r:id="rId4"/>
    <p:sldMasterId id="2147483681" r:id="rId5"/>
    <p:sldMasterId id="2147483692" r:id="rId6"/>
    <p:sldMasterId id="2147483703" r:id="rId7"/>
    <p:sldMasterId id="2147483714" r:id="rId8"/>
    <p:sldMasterId id="2147483725" r:id="rId9"/>
    <p:sldMasterId id="2147483736" r:id="rId10"/>
    <p:sldMasterId id="2147483747" r:id="rId11"/>
    <p:sldMasterId id="2147483758" r:id="rId12"/>
    <p:sldMasterId id="2147483769" r:id="rId13"/>
    <p:sldMasterId id="2147483780" r:id="rId14"/>
    <p:sldMasterId id="2147483791" r:id="rId15"/>
    <p:sldMasterId id="2147483802" r:id="rId16"/>
    <p:sldMasterId id="2147483813" r:id="rId17"/>
    <p:sldMasterId id="2147483824" r:id="rId18"/>
    <p:sldMasterId id="2147483835" r:id="rId19"/>
    <p:sldMasterId id="2147483846" r:id="rId20"/>
    <p:sldMasterId id="2147483857" r:id="rId21"/>
    <p:sldMasterId id="2147483868" r:id="rId22"/>
    <p:sldMasterId id="2147483879" r:id="rId23"/>
    <p:sldMasterId id="2147483890" r:id="rId24"/>
    <p:sldMasterId id="2147483901" r:id="rId25"/>
    <p:sldMasterId id="2147483912" r:id="rId26"/>
    <p:sldMasterId id="2147483923" r:id="rId27"/>
    <p:sldMasterId id="2147483934" r:id="rId28"/>
    <p:sldMasterId id="2147483945" r:id="rId29"/>
    <p:sldMasterId id="2147483956" r:id="rId30"/>
    <p:sldMasterId id="2147483967" r:id="rId31"/>
    <p:sldMasterId id="2147483978" r:id="rId32"/>
    <p:sldMasterId id="2147483989" r:id="rId33"/>
    <p:sldMasterId id="2147484000" r:id="rId34"/>
    <p:sldMasterId id="2147484011" r:id="rId35"/>
    <p:sldMasterId id="2147484022" r:id="rId36"/>
    <p:sldMasterId id="2147484033" r:id="rId37"/>
    <p:sldMasterId id="2147484044" r:id="rId38"/>
    <p:sldMasterId id="2147484055" r:id="rId39"/>
    <p:sldMasterId id="2147484066" r:id="rId40"/>
    <p:sldMasterId id="2147484077" r:id="rId41"/>
    <p:sldMasterId id="2147484088" r:id="rId42"/>
    <p:sldMasterId id="2147484099" r:id="rId43"/>
    <p:sldMasterId id="2147484110" r:id="rId44"/>
    <p:sldMasterId id="2147484121" r:id="rId45"/>
    <p:sldMasterId id="2147484132" r:id="rId46"/>
    <p:sldMasterId id="2147484143" r:id="rId47"/>
    <p:sldMasterId id="2147484154" r:id="rId48"/>
    <p:sldMasterId id="2147484165" r:id="rId49"/>
    <p:sldMasterId id="2147484176" r:id="rId50"/>
    <p:sldMasterId id="2147484187" r:id="rId51"/>
    <p:sldMasterId id="2147484198" r:id="rId52"/>
    <p:sldMasterId id="2147484209" r:id="rId53"/>
    <p:sldMasterId id="2147484220" r:id="rId54"/>
    <p:sldMasterId id="2147484231" r:id="rId55"/>
  </p:sldMasterIdLst>
  <p:notesMasterIdLst>
    <p:notesMasterId r:id="rId57"/>
  </p:notesMasterIdLst>
  <p:sldIdLst>
    <p:sldId id="256" r:id="rId56"/>
    <p:sldId id="257" r:id="rId58"/>
    <p:sldId id="258" r:id="rId59"/>
    <p:sldId id="259" r:id="rId60"/>
    <p:sldId id="260" r:id="rId61"/>
    <p:sldId id="261" r:id="rId62"/>
    <p:sldId id="262" r:id="rId63"/>
    <p:sldId id="263" r:id="rId64"/>
    <p:sldId id="264" r:id="rId65"/>
    <p:sldId id="265" r:id="rId66"/>
    <p:sldId id="266" r:id="rId67"/>
    <p:sldId id="267" r:id="rId68"/>
    <p:sldId id="270" r:id="rId69"/>
    <p:sldId id="271" r:id="rId70"/>
    <p:sldId id="272" r:id="rId71"/>
    <p:sldId id="273" r:id="rId72"/>
    <p:sldId id="274" r:id="rId73"/>
    <p:sldId id="275" r:id="rId74"/>
    <p:sldId id="276" r:id="rId75"/>
    <p:sldId id="277" r:id="rId76"/>
    <p:sldId id="278" r:id="rId77"/>
    <p:sldId id="279" r:id="rId78"/>
    <p:sldId id="280" r:id="rId79"/>
    <p:sldId id="281" r:id="rId80"/>
    <p:sldId id="282" r:id="rId81"/>
    <p:sldId id="283" r:id="rId82"/>
    <p:sldId id="284" r:id="rId83"/>
    <p:sldId id="285" r:id="rId84"/>
    <p:sldId id="286" r:id="rId85"/>
    <p:sldId id="287" r:id="rId86"/>
    <p:sldId id="288" r:id="rId87"/>
    <p:sldId id="289" r:id="rId88"/>
    <p:sldId id="290" r:id="rId89"/>
    <p:sldId id="268" r:id="rId90"/>
    <p:sldId id="292" r:id="rId91"/>
    <p:sldId id="293" r:id="rId92"/>
    <p:sldId id="294" r:id="rId93"/>
    <p:sldId id="295" r:id="rId94"/>
    <p:sldId id="296" r:id="rId95"/>
    <p:sldId id="297" r:id="rId96"/>
    <p:sldId id="298" r:id="rId97"/>
    <p:sldId id="299" r:id="rId98"/>
    <p:sldId id="300" r:id="rId99"/>
    <p:sldId id="301" r:id="rId100"/>
    <p:sldId id="302" r:id="rId101"/>
    <p:sldId id="303" r:id="rId102"/>
    <p:sldId id="304" r:id="rId103"/>
    <p:sldId id="305" r:id="rId104"/>
    <p:sldId id="306" r:id="rId105"/>
    <p:sldId id="307" r:id="rId106"/>
    <p:sldId id="308" r:id="rId107"/>
    <p:sldId id="309" r:id="rId108"/>
    <p:sldId id="310" r:id="rId109"/>
    <p:sldId id="311" r:id="rId110"/>
  </p:sldIdLst>
  <p:sldSz cx="4572000" cy="4572000"/>
  <p:notesSz cx="10234930" cy="71043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部屋" id="{49242264-455a-4747-8160-57649b622408}">
          <p14:sldIdLst>
            <p14:sldId id="256"/>
            <p14:sldId id="257"/>
            <p14:sldId id="258"/>
            <p14:sldId id="259"/>
            <p14:sldId id="260"/>
          </p14:sldIdLst>
        </p14:section>
        <p14:section name="反应罐" id="{8ce6c01d-b88d-4315-be03-44cd5f167bfe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缓冲液罐" id="{e1904dc6-b1c0-4179-9633-5b2dbbb1c421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缓冲液流量计" id="{5b95cc7c-4b9b-45f9-aabb-0962d1ddafd3}">
          <p14:sldIdLst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酒精流量计" id="{22251a77-b347-4fd3-b4b1-110853c731ee}">
          <p14:sldIdLst>
            <p14:sldId id="285"/>
            <p14:sldId id="286"/>
            <p14:sldId id="287"/>
            <p14:sldId id="288"/>
            <p14:sldId id="290"/>
            <p14:sldId id="284"/>
            <p14:sldId id="289"/>
          </p14:sldIdLst>
        </p14:section>
        <p14:section name="平衡液罐" id="{3d062c78-e556-4da7-bdbe-089f65dbaa54}">
          <p14:sldIdLst>
            <p14:sldId id="268"/>
          </p14:sldIdLst>
        </p14:section>
        <p14:section name="配液罐" id="{a9805e1a-6d91-4b50-97f0-dd2087737f25}">
          <p14:sldIdLst>
            <p14:sldId id="294"/>
            <p14:sldId id="292"/>
            <p14:sldId id="293"/>
          </p14:sldIdLst>
        </p14:section>
        <p14:section name="板框" id="{6d4398c7-5e6d-44fa-8661-7dea09e1822d}">
          <p14:sldIdLst>
            <p14:sldId id="295"/>
            <p14:sldId id="296"/>
            <p14:sldId id="297"/>
          </p14:sldIdLst>
        </p14:section>
        <p14:section name="离心机" id="{b2fef4e8-1dfd-468b-888e-6ac8179067b0}">
          <p14:sldIdLst>
            <p14:sldId id="299"/>
            <p14:sldId id="301"/>
            <p14:sldId id="302"/>
            <p14:sldId id="303"/>
            <p14:sldId id="298"/>
            <p14:sldId id="300"/>
            <p14:sldId id="304"/>
          </p14:sldIdLst>
        </p14:section>
        <p14:section name="仪器" id="{4d2d6d33-f91e-49ef-aad8-9195b3b7c7dc}">
          <p14:sldIdLst>
            <p14:sldId id="305"/>
            <p14:sldId id="307"/>
            <p14:sldId id="306"/>
          </p14:sldIdLst>
        </p14:section>
        <p14:section name="自控系统" id="{39f0049d-efb0-4c9c-8a1a-adbaf50d0f78}">
          <p14:sldIdLst>
            <p14:sldId id="308"/>
            <p14:sldId id="309"/>
          </p14:sldIdLst>
        </p14:section>
        <p14:section name="CIP系统" id="{5aea95cf-7499-4635-b02f-dcbf5ac9a5e0}">
          <p14:sldIdLst>
            <p14:sldId id="311"/>
            <p14:sldId id="31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43.xml"/><Relationship Id="rId98" Type="http://schemas.openxmlformats.org/officeDocument/2006/relationships/slide" Target="slides/slide42.xml"/><Relationship Id="rId97" Type="http://schemas.openxmlformats.org/officeDocument/2006/relationships/slide" Target="slides/slide41.xml"/><Relationship Id="rId96" Type="http://schemas.openxmlformats.org/officeDocument/2006/relationships/slide" Target="slides/slide40.xml"/><Relationship Id="rId95" Type="http://schemas.openxmlformats.org/officeDocument/2006/relationships/slide" Target="slides/slide39.xml"/><Relationship Id="rId94" Type="http://schemas.openxmlformats.org/officeDocument/2006/relationships/slide" Target="slides/slide38.xml"/><Relationship Id="rId93" Type="http://schemas.openxmlformats.org/officeDocument/2006/relationships/slide" Target="slides/slide37.xml"/><Relationship Id="rId92" Type="http://schemas.openxmlformats.org/officeDocument/2006/relationships/slide" Target="slides/slide36.xml"/><Relationship Id="rId91" Type="http://schemas.openxmlformats.org/officeDocument/2006/relationships/slide" Target="slides/slide35.xml"/><Relationship Id="rId90" Type="http://schemas.openxmlformats.org/officeDocument/2006/relationships/slide" Target="slides/slide34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33.xml"/><Relationship Id="rId88" Type="http://schemas.openxmlformats.org/officeDocument/2006/relationships/slide" Target="slides/slide32.xml"/><Relationship Id="rId87" Type="http://schemas.openxmlformats.org/officeDocument/2006/relationships/slide" Target="slides/slide31.xml"/><Relationship Id="rId86" Type="http://schemas.openxmlformats.org/officeDocument/2006/relationships/slide" Target="slides/slide30.xml"/><Relationship Id="rId85" Type="http://schemas.openxmlformats.org/officeDocument/2006/relationships/slide" Target="slides/slide29.xml"/><Relationship Id="rId84" Type="http://schemas.openxmlformats.org/officeDocument/2006/relationships/slide" Target="slides/slide28.xml"/><Relationship Id="rId83" Type="http://schemas.openxmlformats.org/officeDocument/2006/relationships/slide" Target="slides/slide27.xml"/><Relationship Id="rId82" Type="http://schemas.openxmlformats.org/officeDocument/2006/relationships/slide" Target="slides/slide26.xml"/><Relationship Id="rId81" Type="http://schemas.openxmlformats.org/officeDocument/2006/relationships/slide" Target="slides/slide25.xml"/><Relationship Id="rId80" Type="http://schemas.openxmlformats.org/officeDocument/2006/relationships/slide" Target="slides/slide24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23.xml"/><Relationship Id="rId78" Type="http://schemas.openxmlformats.org/officeDocument/2006/relationships/slide" Target="slides/slide22.xml"/><Relationship Id="rId77" Type="http://schemas.openxmlformats.org/officeDocument/2006/relationships/slide" Target="slides/slide21.xml"/><Relationship Id="rId76" Type="http://schemas.openxmlformats.org/officeDocument/2006/relationships/slide" Target="slides/slide20.xml"/><Relationship Id="rId75" Type="http://schemas.openxmlformats.org/officeDocument/2006/relationships/slide" Target="slides/slide19.xml"/><Relationship Id="rId74" Type="http://schemas.openxmlformats.org/officeDocument/2006/relationships/slide" Target="slides/slide18.xml"/><Relationship Id="rId73" Type="http://schemas.openxmlformats.org/officeDocument/2006/relationships/slide" Target="slides/slide17.xml"/><Relationship Id="rId72" Type="http://schemas.openxmlformats.org/officeDocument/2006/relationships/slide" Target="slides/slide16.xml"/><Relationship Id="rId71" Type="http://schemas.openxmlformats.org/officeDocument/2006/relationships/slide" Target="slides/slide15.xml"/><Relationship Id="rId70" Type="http://schemas.openxmlformats.org/officeDocument/2006/relationships/slide" Target="slides/slide14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13.xml"/><Relationship Id="rId68" Type="http://schemas.openxmlformats.org/officeDocument/2006/relationships/slide" Target="slides/slide12.xml"/><Relationship Id="rId67" Type="http://schemas.openxmlformats.org/officeDocument/2006/relationships/slide" Target="slides/slide11.xml"/><Relationship Id="rId66" Type="http://schemas.openxmlformats.org/officeDocument/2006/relationships/slide" Target="slides/slide10.xml"/><Relationship Id="rId65" Type="http://schemas.openxmlformats.org/officeDocument/2006/relationships/slide" Target="slides/slide9.xml"/><Relationship Id="rId64" Type="http://schemas.openxmlformats.org/officeDocument/2006/relationships/slide" Target="slides/slide8.xml"/><Relationship Id="rId63" Type="http://schemas.openxmlformats.org/officeDocument/2006/relationships/slide" Target="slides/slide7.xml"/><Relationship Id="rId62" Type="http://schemas.openxmlformats.org/officeDocument/2006/relationships/slide" Target="slides/slide6.xml"/><Relationship Id="rId61" Type="http://schemas.openxmlformats.org/officeDocument/2006/relationships/slide" Target="slides/slide5.xml"/><Relationship Id="rId60" Type="http://schemas.openxmlformats.org/officeDocument/2006/relationships/slide" Target="slides/slide4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3.xml"/><Relationship Id="rId58" Type="http://schemas.openxmlformats.org/officeDocument/2006/relationships/slide" Target="slides/slide2.xml"/><Relationship Id="rId57" Type="http://schemas.openxmlformats.org/officeDocument/2006/relationships/notesMaster" Target="notesMasters/notesMaster1.xml"/><Relationship Id="rId56" Type="http://schemas.openxmlformats.org/officeDocument/2006/relationships/slide" Target="slides/slide1.xml"/><Relationship Id="rId55" Type="http://schemas.openxmlformats.org/officeDocument/2006/relationships/slideMaster" Target="slideMasters/slideMaster54.xml"/><Relationship Id="rId54" Type="http://schemas.openxmlformats.org/officeDocument/2006/relationships/slideMaster" Target="slideMasters/slideMaster53.xml"/><Relationship Id="rId53" Type="http://schemas.openxmlformats.org/officeDocument/2006/relationships/slideMaster" Target="slideMasters/slideMaster52.xml"/><Relationship Id="rId52" Type="http://schemas.openxmlformats.org/officeDocument/2006/relationships/slideMaster" Target="slideMasters/slideMaster51.xml"/><Relationship Id="rId51" Type="http://schemas.openxmlformats.org/officeDocument/2006/relationships/slideMaster" Target="slideMasters/slideMaster50.xml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" Type="http://schemas.openxmlformats.org/officeDocument/2006/relationships/slideMaster" Target="slideMasters/slideMaster48.xml"/><Relationship Id="rId48" Type="http://schemas.openxmlformats.org/officeDocument/2006/relationships/slideMaster" Target="slideMasters/slideMaster47.xml"/><Relationship Id="rId47" Type="http://schemas.openxmlformats.org/officeDocument/2006/relationships/slideMaster" Target="slideMasters/slideMaster46.xml"/><Relationship Id="rId46" Type="http://schemas.openxmlformats.org/officeDocument/2006/relationships/slideMaster" Target="slideMasters/slideMaster45.xml"/><Relationship Id="rId45" Type="http://schemas.openxmlformats.org/officeDocument/2006/relationships/slideMaster" Target="slideMasters/slideMaster44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3" Type="http://schemas.openxmlformats.org/officeDocument/2006/relationships/tableStyles" Target="tableStyles.xml"/><Relationship Id="rId112" Type="http://schemas.openxmlformats.org/officeDocument/2006/relationships/viewProps" Target="viewProps.xml"/><Relationship Id="rId111" Type="http://schemas.openxmlformats.org/officeDocument/2006/relationships/presProps" Target="presProps.xml"/><Relationship Id="rId110" Type="http://schemas.openxmlformats.org/officeDocument/2006/relationships/slide" Target="slides/slide54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53.xml"/><Relationship Id="rId108" Type="http://schemas.openxmlformats.org/officeDocument/2006/relationships/slide" Target="slides/slide52.xml"/><Relationship Id="rId107" Type="http://schemas.openxmlformats.org/officeDocument/2006/relationships/slide" Target="slides/slide51.xml"/><Relationship Id="rId106" Type="http://schemas.openxmlformats.org/officeDocument/2006/relationships/slide" Target="slides/slide50.xml"/><Relationship Id="rId105" Type="http://schemas.openxmlformats.org/officeDocument/2006/relationships/slide" Target="slides/slide49.xml"/><Relationship Id="rId104" Type="http://schemas.openxmlformats.org/officeDocument/2006/relationships/slide" Target="slides/slide48.xml"/><Relationship Id="rId103" Type="http://schemas.openxmlformats.org/officeDocument/2006/relationships/slide" Target="slides/slide47.xml"/><Relationship Id="rId102" Type="http://schemas.openxmlformats.org/officeDocument/2006/relationships/slide" Target="slides/slide46.xml"/><Relationship Id="rId101" Type="http://schemas.openxmlformats.org/officeDocument/2006/relationships/slide" Target="slides/slide45.xml"/><Relationship Id="rId100" Type="http://schemas.openxmlformats.org/officeDocument/2006/relationships/slide" Target="slides/slide44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136" cy="3564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7425" y="0"/>
            <a:ext cx="4435136" cy="3564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smtClean="0"/>
            </a:fld>
            <a:endParaRPr smtClean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86151" y="888048"/>
            <a:ext cx="4262628" cy="239772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023493" y="3418983"/>
            <a:ext cx="8187944" cy="27973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747928"/>
            <a:ext cx="4435136" cy="3564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7425" y="6747928"/>
            <a:ext cx="4435136" cy="3564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D1217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71500" y="748242"/>
            <a:ext cx="34290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1944" y="1139825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1944" y="3059642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243417"/>
            <a:ext cx="3943350" cy="883709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5040" y="1185625"/>
            <a:ext cx="1827590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45040" y="1776919"/>
            <a:ext cx="1827590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46352" y="1185625"/>
            <a:ext cx="1836591" cy="549275"/>
          </a:xfrm>
        </p:spPr>
        <p:txBody>
          <a:bodyPr anchor="ctr" anchorCtr="0"/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000"/>
            </a:lvl3pPr>
            <a:lvl4pPr marL="685800" indent="0">
              <a:buNone/>
              <a:defRPr sz="900"/>
            </a:lvl4pPr>
            <a:lvl5pPr marL="914400" indent="0">
              <a:buNone/>
              <a:defRPr sz="900"/>
            </a:lvl5pPr>
            <a:lvl6pPr marL="1143000" indent="0">
              <a:buNone/>
              <a:defRPr sz="900"/>
            </a:lvl6pPr>
            <a:lvl7pPr marL="1371600" indent="0">
              <a:buNone/>
              <a:defRPr sz="900"/>
            </a:lvl7pPr>
            <a:lvl8pPr marL="1600200" indent="0">
              <a:buNone/>
              <a:defRPr sz="900"/>
            </a:lvl8pPr>
            <a:lvl9pPr marL="1828800" indent="0">
              <a:buNone/>
              <a:defRPr sz="9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2346352" y="1776919"/>
            <a:ext cx="1836591" cy="2349523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562006" cy="1066800"/>
          </a:xfrm>
        </p:spPr>
        <p:txBody>
          <a:bodyPr anchor="b"/>
          <a:lstStyle>
            <a:lvl1pPr>
              <a:defRPr sz="16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3696" y="304801"/>
            <a:ext cx="2314575" cy="3602567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562006" cy="2541059"/>
          </a:xfrm>
        </p:spPr>
        <p:txBody>
          <a:bodyPr/>
          <a:lstStyle>
            <a:lvl1pPr marL="0" indent="0">
              <a:buNone/>
              <a:defRPr sz="1000"/>
            </a:lvl1pPr>
            <a:lvl2pPr marL="228600" indent="0">
              <a:buNone/>
              <a:defRPr sz="900"/>
            </a:lvl2pPr>
            <a:lvl3pPr marL="457200" indent="0">
              <a:buNone/>
              <a:defRPr sz="800"/>
            </a:lvl3pPr>
            <a:lvl4pPr marL="685800" indent="0">
              <a:buNone/>
              <a:defRPr sz="700"/>
            </a:lvl4pPr>
            <a:lvl5pPr marL="914400" indent="0">
              <a:buNone/>
              <a:defRPr sz="700"/>
            </a:lvl5pPr>
            <a:lvl6pPr marL="1143000" indent="0">
              <a:buNone/>
              <a:defRPr sz="700"/>
            </a:lvl6pPr>
            <a:lvl7pPr marL="1371600" indent="0">
              <a:buNone/>
              <a:defRPr sz="700"/>
            </a:lvl7pPr>
            <a:lvl8pPr marL="1600200" indent="0">
              <a:buNone/>
              <a:defRPr sz="700"/>
            </a:lvl8pPr>
            <a:lvl9pPr marL="1828800" indent="0">
              <a:buNone/>
              <a:defRPr sz="7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314325" y="243417"/>
            <a:ext cx="3943350" cy="3874559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.xml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1" Type="http://schemas.openxmlformats.org/officeDocument/2006/relationships/theme" Target="../theme/theme5.xml"/><Relationship Id="rId1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1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9.xml"/><Relationship Id="rId8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2.xml"/><Relationship Id="rId11" Type="http://schemas.openxmlformats.org/officeDocument/2006/relationships/theme" Target="../theme/theme6.xml"/><Relationship Id="rId1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1" Type="http://schemas.openxmlformats.org/officeDocument/2006/relationships/theme" Target="../theme/theme7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" Type="http://schemas.openxmlformats.org/officeDocument/2006/relationships/slideLayout" Target="../slideLayouts/slideLayout72.xml"/><Relationship Id="rId11" Type="http://schemas.openxmlformats.org/officeDocument/2006/relationships/theme" Target="../theme/theme8.xml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9.xml"/><Relationship Id="rId8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4.xml"/><Relationship Id="rId3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2.xml"/><Relationship Id="rId11" Type="http://schemas.openxmlformats.org/officeDocument/2006/relationships/theme" Target="../theme/theme9.xml"/><Relationship Id="rId10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1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9.xml"/><Relationship Id="rId8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2.xml"/><Relationship Id="rId11" Type="http://schemas.openxmlformats.org/officeDocument/2006/relationships/theme" Target="../theme/theme10.xml"/><Relationship Id="rId10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1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2.xml"/><Relationship Id="rId11" Type="http://schemas.openxmlformats.org/officeDocument/2006/relationships/theme" Target="../theme/theme11.xml"/><Relationship Id="rId10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1" Type="http://schemas.openxmlformats.org/officeDocument/2006/relationships/theme" Target="../theme/theme12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9.xml"/><Relationship Id="rId8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22.xml"/><Relationship Id="rId11" Type="http://schemas.openxmlformats.org/officeDocument/2006/relationships/theme" Target="../theme/theme13.xml"/><Relationship Id="rId10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1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9.xml"/><Relationship Id="rId8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37.xml"/><Relationship Id="rId6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133.xml"/><Relationship Id="rId2" Type="http://schemas.openxmlformats.org/officeDocument/2006/relationships/slideLayout" Target="../slideLayouts/slideLayout132.xml"/><Relationship Id="rId11" Type="http://schemas.openxmlformats.org/officeDocument/2006/relationships/theme" Target="../theme/theme14.xml"/><Relationship Id="rId10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1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2.xml"/><Relationship Id="rId11" Type="http://schemas.openxmlformats.org/officeDocument/2006/relationships/theme" Target="../theme/theme15.xml"/><Relationship Id="rId10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1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9.xml"/><Relationship Id="rId8" Type="http://schemas.openxmlformats.org/officeDocument/2006/relationships/slideLayout" Target="../slideLayouts/slideLayout158.xml"/><Relationship Id="rId7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56.xml"/><Relationship Id="rId5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53.xml"/><Relationship Id="rId2" Type="http://schemas.openxmlformats.org/officeDocument/2006/relationships/slideLayout" Target="../slideLayouts/slideLayout152.xml"/><Relationship Id="rId11" Type="http://schemas.openxmlformats.org/officeDocument/2006/relationships/theme" Target="../theme/theme16.xml"/><Relationship Id="rId10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1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" Type="http://schemas.openxmlformats.org/officeDocument/2006/relationships/slideLayout" Target="../slideLayouts/slideLayout162.xml"/><Relationship Id="rId11" Type="http://schemas.openxmlformats.org/officeDocument/2006/relationships/theme" Target="../theme/theme17.xml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9.xml"/><Relationship Id="rId8" Type="http://schemas.openxmlformats.org/officeDocument/2006/relationships/slideLayout" Target="../slideLayouts/slideLayout178.xml"/><Relationship Id="rId7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74.xml"/><Relationship Id="rId3" Type="http://schemas.openxmlformats.org/officeDocument/2006/relationships/slideLayout" Target="../slideLayouts/slideLayout173.xml"/><Relationship Id="rId2" Type="http://schemas.openxmlformats.org/officeDocument/2006/relationships/slideLayout" Target="../slideLayouts/slideLayout172.xml"/><Relationship Id="rId11" Type="http://schemas.openxmlformats.org/officeDocument/2006/relationships/theme" Target="../theme/theme18.xml"/><Relationship Id="rId10" Type="http://schemas.openxmlformats.org/officeDocument/2006/relationships/slideLayout" Target="../slideLayouts/slideLayout180.xml"/><Relationship Id="rId1" Type="http://schemas.openxmlformats.org/officeDocument/2006/relationships/slideLayout" Target="../slideLayouts/slideLayout1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9.xml"/><Relationship Id="rId8" Type="http://schemas.openxmlformats.org/officeDocument/2006/relationships/slideLayout" Target="../slideLayouts/slideLayout188.xml"/><Relationship Id="rId7" Type="http://schemas.openxmlformats.org/officeDocument/2006/relationships/slideLayout" Target="../slideLayouts/slideLayout187.xml"/><Relationship Id="rId6" Type="http://schemas.openxmlformats.org/officeDocument/2006/relationships/slideLayout" Target="../slideLayouts/slideLayout186.xml"/><Relationship Id="rId5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184.xml"/><Relationship Id="rId3" Type="http://schemas.openxmlformats.org/officeDocument/2006/relationships/slideLayout" Target="../slideLayouts/slideLayout183.xml"/><Relationship Id="rId2" Type="http://schemas.openxmlformats.org/officeDocument/2006/relationships/slideLayout" Target="../slideLayouts/slideLayout182.xml"/><Relationship Id="rId11" Type="http://schemas.openxmlformats.org/officeDocument/2006/relationships/theme" Target="../theme/theme19.xml"/><Relationship Id="rId10" Type="http://schemas.openxmlformats.org/officeDocument/2006/relationships/slideLayout" Target="../slideLayouts/slideLayout190.xml"/><Relationship Id="rId1" Type="http://schemas.openxmlformats.org/officeDocument/2006/relationships/slideLayout" Target="../slideLayouts/slideLayout181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9.xml"/><Relationship Id="rId8" Type="http://schemas.openxmlformats.org/officeDocument/2006/relationships/slideLayout" Target="../slideLayouts/slideLayout198.xml"/><Relationship Id="rId7" Type="http://schemas.openxmlformats.org/officeDocument/2006/relationships/slideLayout" Target="../slideLayouts/slideLayout197.xml"/><Relationship Id="rId6" Type="http://schemas.openxmlformats.org/officeDocument/2006/relationships/slideLayout" Target="../slideLayouts/slideLayout196.xml"/><Relationship Id="rId5" Type="http://schemas.openxmlformats.org/officeDocument/2006/relationships/slideLayout" Target="../slideLayouts/slideLayout195.xml"/><Relationship Id="rId4" Type="http://schemas.openxmlformats.org/officeDocument/2006/relationships/slideLayout" Target="../slideLayouts/slideLayout194.xml"/><Relationship Id="rId3" Type="http://schemas.openxmlformats.org/officeDocument/2006/relationships/slideLayout" Target="../slideLayouts/slideLayout193.xml"/><Relationship Id="rId2" Type="http://schemas.openxmlformats.org/officeDocument/2006/relationships/slideLayout" Target="../slideLayouts/slideLayout192.xml"/><Relationship Id="rId11" Type="http://schemas.openxmlformats.org/officeDocument/2006/relationships/theme" Target="../theme/theme20.xml"/><Relationship Id="rId10" Type="http://schemas.openxmlformats.org/officeDocument/2006/relationships/slideLayout" Target="../slideLayouts/slideLayout200.xml"/><Relationship Id="rId1" Type="http://schemas.openxmlformats.org/officeDocument/2006/relationships/slideLayout" Target="../slideLayouts/slideLayout191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9.xml"/><Relationship Id="rId8" Type="http://schemas.openxmlformats.org/officeDocument/2006/relationships/slideLayout" Target="../slideLayouts/slideLayout208.xml"/><Relationship Id="rId7" Type="http://schemas.openxmlformats.org/officeDocument/2006/relationships/slideLayout" Target="../slideLayouts/slideLayout207.xml"/><Relationship Id="rId6" Type="http://schemas.openxmlformats.org/officeDocument/2006/relationships/slideLayout" Target="../slideLayouts/slideLayout206.xml"/><Relationship Id="rId5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204.xml"/><Relationship Id="rId3" Type="http://schemas.openxmlformats.org/officeDocument/2006/relationships/slideLayout" Target="../slideLayouts/slideLayout203.xml"/><Relationship Id="rId2" Type="http://schemas.openxmlformats.org/officeDocument/2006/relationships/slideLayout" Target="../slideLayouts/slideLayout202.xml"/><Relationship Id="rId11" Type="http://schemas.openxmlformats.org/officeDocument/2006/relationships/theme" Target="../theme/theme21.xml"/><Relationship Id="rId10" Type="http://schemas.openxmlformats.org/officeDocument/2006/relationships/slideLayout" Target="../slideLayouts/slideLayout210.xml"/><Relationship Id="rId1" Type="http://schemas.openxmlformats.org/officeDocument/2006/relationships/slideLayout" Target="../slideLayouts/slideLayout20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9.xml"/><Relationship Id="rId8" Type="http://schemas.openxmlformats.org/officeDocument/2006/relationships/slideLayout" Target="../slideLayouts/slideLayout218.xml"/><Relationship Id="rId7" Type="http://schemas.openxmlformats.org/officeDocument/2006/relationships/slideLayout" Target="../slideLayouts/slideLayout217.xml"/><Relationship Id="rId6" Type="http://schemas.openxmlformats.org/officeDocument/2006/relationships/slideLayout" Target="../slideLayouts/slideLayout216.xml"/><Relationship Id="rId5" Type="http://schemas.openxmlformats.org/officeDocument/2006/relationships/slideLayout" Target="../slideLayouts/slideLayout215.xml"/><Relationship Id="rId4" Type="http://schemas.openxmlformats.org/officeDocument/2006/relationships/slideLayout" Target="../slideLayouts/slideLayout214.xml"/><Relationship Id="rId3" Type="http://schemas.openxmlformats.org/officeDocument/2006/relationships/slideLayout" Target="../slideLayouts/slideLayout213.xml"/><Relationship Id="rId2" Type="http://schemas.openxmlformats.org/officeDocument/2006/relationships/slideLayout" Target="../slideLayouts/slideLayout212.xml"/><Relationship Id="rId11" Type="http://schemas.openxmlformats.org/officeDocument/2006/relationships/theme" Target="../theme/theme22.xml"/><Relationship Id="rId10" Type="http://schemas.openxmlformats.org/officeDocument/2006/relationships/slideLayout" Target="../slideLayouts/slideLayout220.xml"/><Relationship Id="rId1" Type="http://schemas.openxmlformats.org/officeDocument/2006/relationships/slideLayout" Target="../slideLayouts/slideLayout211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9.xml"/><Relationship Id="rId8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22.xml"/><Relationship Id="rId11" Type="http://schemas.openxmlformats.org/officeDocument/2006/relationships/theme" Target="../theme/theme23.xml"/><Relationship Id="rId10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21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2.xml"/><Relationship Id="rId11" Type="http://schemas.openxmlformats.org/officeDocument/2006/relationships/theme" Target="../theme/theme24.xml"/><Relationship Id="rId10" Type="http://schemas.openxmlformats.org/officeDocument/2006/relationships/slideLayout" Target="../slideLayouts/slideLayout240.xml"/><Relationship Id="rId1" Type="http://schemas.openxmlformats.org/officeDocument/2006/relationships/slideLayout" Target="../slideLayouts/slideLayout231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9.xml"/><Relationship Id="rId8" Type="http://schemas.openxmlformats.org/officeDocument/2006/relationships/slideLayout" Target="../slideLayouts/slideLayout248.xml"/><Relationship Id="rId7" Type="http://schemas.openxmlformats.org/officeDocument/2006/relationships/slideLayout" Target="../slideLayouts/slideLayout247.xml"/><Relationship Id="rId6" Type="http://schemas.openxmlformats.org/officeDocument/2006/relationships/slideLayout" Target="../slideLayouts/slideLayout246.xml"/><Relationship Id="rId5" Type="http://schemas.openxmlformats.org/officeDocument/2006/relationships/slideLayout" Target="../slideLayouts/slideLayout245.xml"/><Relationship Id="rId4" Type="http://schemas.openxmlformats.org/officeDocument/2006/relationships/slideLayout" Target="../slideLayouts/slideLayout244.xml"/><Relationship Id="rId3" Type="http://schemas.openxmlformats.org/officeDocument/2006/relationships/slideLayout" Target="../slideLayouts/slideLayout243.xml"/><Relationship Id="rId2" Type="http://schemas.openxmlformats.org/officeDocument/2006/relationships/slideLayout" Target="../slideLayouts/slideLayout242.xml"/><Relationship Id="rId11" Type="http://schemas.openxmlformats.org/officeDocument/2006/relationships/theme" Target="../theme/theme25.xml"/><Relationship Id="rId10" Type="http://schemas.openxmlformats.org/officeDocument/2006/relationships/slideLayout" Target="../slideLayouts/slideLayout250.xml"/><Relationship Id="rId1" Type="http://schemas.openxmlformats.org/officeDocument/2006/relationships/slideLayout" Target="../slideLayouts/slideLayout241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9.xml"/><Relationship Id="rId8" Type="http://schemas.openxmlformats.org/officeDocument/2006/relationships/slideLayout" Target="../slideLayouts/slideLayout258.xml"/><Relationship Id="rId7" Type="http://schemas.openxmlformats.org/officeDocument/2006/relationships/slideLayout" Target="../slideLayouts/slideLayout257.xml"/><Relationship Id="rId6" Type="http://schemas.openxmlformats.org/officeDocument/2006/relationships/slideLayout" Target="../slideLayouts/slideLayout256.xml"/><Relationship Id="rId5" Type="http://schemas.openxmlformats.org/officeDocument/2006/relationships/slideLayout" Target="../slideLayouts/slideLayout255.xml"/><Relationship Id="rId4" Type="http://schemas.openxmlformats.org/officeDocument/2006/relationships/slideLayout" Target="../slideLayouts/slideLayout254.xml"/><Relationship Id="rId3" Type="http://schemas.openxmlformats.org/officeDocument/2006/relationships/slideLayout" Target="../slideLayouts/slideLayout253.xml"/><Relationship Id="rId2" Type="http://schemas.openxmlformats.org/officeDocument/2006/relationships/slideLayout" Target="../slideLayouts/slideLayout252.xml"/><Relationship Id="rId11" Type="http://schemas.openxmlformats.org/officeDocument/2006/relationships/theme" Target="../theme/theme26.xml"/><Relationship Id="rId10" Type="http://schemas.openxmlformats.org/officeDocument/2006/relationships/slideLayout" Target="../slideLayouts/slideLayout260.xml"/><Relationship Id="rId1" Type="http://schemas.openxmlformats.org/officeDocument/2006/relationships/slideLayout" Target="../slideLayouts/slideLayout251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9.xml"/><Relationship Id="rId8" Type="http://schemas.openxmlformats.org/officeDocument/2006/relationships/slideLayout" Target="../slideLayouts/slideLayout268.xml"/><Relationship Id="rId7" Type="http://schemas.openxmlformats.org/officeDocument/2006/relationships/slideLayout" Target="../slideLayouts/slideLayout267.xml"/><Relationship Id="rId6" Type="http://schemas.openxmlformats.org/officeDocument/2006/relationships/slideLayout" Target="../slideLayouts/slideLayout266.xml"/><Relationship Id="rId5" Type="http://schemas.openxmlformats.org/officeDocument/2006/relationships/slideLayout" Target="../slideLayouts/slideLayout265.xml"/><Relationship Id="rId4" Type="http://schemas.openxmlformats.org/officeDocument/2006/relationships/slideLayout" Target="../slideLayouts/slideLayout264.xml"/><Relationship Id="rId3" Type="http://schemas.openxmlformats.org/officeDocument/2006/relationships/slideLayout" Target="../slideLayouts/slideLayout263.xml"/><Relationship Id="rId2" Type="http://schemas.openxmlformats.org/officeDocument/2006/relationships/slideLayout" Target="../slideLayouts/slideLayout262.xml"/><Relationship Id="rId11" Type="http://schemas.openxmlformats.org/officeDocument/2006/relationships/theme" Target="../theme/theme27.xml"/><Relationship Id="rId10" Type="http://schemas.openxmlformats.org/officeDocument/2006/relationships/slideLayout" Target="../slideLayouts/slideLayout270.xml"/><Relationship Id="rId1" Type="http://schemas.openxmlformats.org/officeDocument/2006/relationships/slideLayout" Target="../slideLayouts/slideLayout261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9.xml"/><Relationship Id="rId8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77.xml"/><Relationship Id="rId6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4.xml"/><Relationship Id="rId3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72.xml"/><Relationship Id="rId11" Type="http://schemas.openxmlformats.org/officeDocument/2006/relationships/theme" Target="../theme/theme28.xml"/><Relationship Id="rId10" Type="http://schemas.openxmlformats.org/officeDocument/2006/relationships/slideLayout" Target="../slideLayouts/slideLayout280.xml"/><Relationship Id="rId1" Type="http://schemas.openxmlformats.org/officeDocument/2006/relationships/slideLayout" Target="../slideLayouts/slideLayout271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9.xml"/><Relationship Id="rId8" Type="http://schemas.openxmlformats.org/officeDocument/2006/relationships/slideLayout" Target="../slideLayouts/slideLayout288.xml"/><Relationship Id="rId7" Type="http://schemas.openxmlformats.org/officeDocument/2006/relationships/slideLayout" Target="../slideLayouts/slideLayout287.xml"/><Relationship Id="rId6" Type="http://schemas.openxmlformats.org/officeDocument/2006/relationships/slideLayout" Target="../slideLayouts/slideLayout286.xml"/><Relationship Id="rId5" Type="http://schemas.openxmlformats.org/officeDocument/2006/relationships/slideLayout" Target="../slideLayouts/slideLayout285.xml"/><Relationship Id="rId4" Type="http://schemas.openxmlformats.org/officeDocument/2006/relationships/slideLayout" Target="../slideLayouts/slideLayout284.xml"/><Relationship Id="rId3" Type="http://schemas.openxmlformats.org/officeDocument/2006/relationships/slideLayout" Target="../slideLayouts/slideLayout283.xml"/><Relationship Id="rId2" Type="http://schemas.openxmlformats.org/officeDocument/2006/relationships/slideLayout" Target="../slideLayouts/slideLayout282.xml"/><Relationship Id="rId11" Type="http://schemas.openxmlformats.org/officeDocument/2006/relationships/theme" Target="../theme/theme29.xml"/><Relationship Id="rId10" Type="http://schemas.openxmlformats.org/officeDocument/2006/relationships/slideLayout" Target="../slideLayouts/slideLayout290.xml"/><Relationship Id="rId1" Type="http://schemas.openxmlformats.org/officeDocument/2006/relationships/slideLayout" Target="../slideLayouts/slideLayout281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9.xml"/><Relationship Id="rId8" Type="http://schemas.openxmlformats.org/officeDocument/2006/relationships/slideLayout" Target="../slideLayouts/slideLayout298.xml"/><Relationship Id="rId7" Type="http://schemas.openxmlformats.org/officeDocument/2006/relationships/slideLayout" Target="../slideLayouts/slideLayout297.xml"/><Relationship Id="rId6" Type="http://schemas.openxmlformats.org/officeDocument/2006/relationships/slideLayout" Target="../slideLayouts/slideLayout296.xml"/><Relationship Id="rId5" Type="http://schemas.openxmlformats.org/officeDocument/2006/relationships/slideLayout" Target="../slideLayouts/slideLayout295.xml"/><Relationship Id="rId4" Type="http://schemas.openxmlformats.org/officeDocument/2006/relationships/slideLayout" Target="../slideLayouts/slideLayout294.xml"/><Relationship Id="rId3" Type="http://schemas.openxmlformats.org/officeDocument/2006/relationships/slideLayout" Target="../slideLayouts/slideLayout293.xml"/><Relationship Id="rId2" Type="http://schemas.openxmlformats.org/officeDocument/2006/relationships/slideLayout" Target="../slideLayouts/slideLayout292.xml"/><Relationship Id="rId11" Type="http://schemas.openxmlformats.org/officeDocument/2006/relationships/theme" Target="../theme/theme30.xml"/><Relationship Id="rId10" Type="http://schemas.openxmlformats.org/officeDocument/2006/relationships/slideLayout" Target="../slideLayouts/slideLayout300.xml"/><Relationship Id="rId1" Type="http://schemas.openxmlformats.org/officeDocument/2006/relationships/slideLayout" Target="../slideLayouts/slideLayout291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9.xml"/><Relationship Id="rId8" Type="http://schemas.openxmlformats.org/officeDocument/2006/relationships/slideLayout" Target="../slideLayouts/slideLayout308.xml"/><Relationship Id="rId7" Type="http://schemas.openxmlformats.org/officeDocument/2006/relationships/slideLayout" Target="../slideLayouts/slideLayout307.xml"/><Relationship Id="rId6" Type="http://schemas.openxmlformats.org/officeDocument/2006/relationships/slideLayout" Target="../slideLayouts/slideLayout306.xml"/><Relationship Id="rId5" Type="http://schemas.openxmlformats.org/officeDocument/2006/relationships/slideLayout" Target="../slideLayouts/slideLayout305.xml"/><Relationship Id="rId4" Type="http://schemas.openxmlformats.org/officeDocument/2006/relationships/slideLayout" Target="../slideLayouts/slideLayout304.xml"/><Relationship Id="rId3" Type="http://schemas.openxmlformats.org/officeDocument/2006/relationships/slideLayout" Target="../slideLayouts/slideLayout303.xml"/><Relationship Id="rId2" Type="http://schemas.openxmlformats.org/officeDocument/2006/relationships/slideLayout" Target="../slideLayouts/slideLayout302.xml"/><Relationship Id="rId11" Type="http://schemas.openxmlformats.org/officeDocument/2006/relationships/theme" Target="../theme/theme31.xml"/><Relationship Id="rId10" Type="http://schemas.openxmlformats.org/officeDocument/2006/relationships/slideLayout" Target="../slideLayouts/slideLayout310.xml"/><Relationship Id="rId1" Type="http://schemas.openxmlformats.org/officeDocument/2006/relationships/slideLayout" Target="../slideLayouts/slideLayout301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9.xml"/><Relationship Id="rId8" Type="http://schemas.openxmlformats.org/officeDocument/2006/relationships/slideLayout" Target="../slideLayouts/slideLayout318.xml"/><Relationship Id="rId7" Type="http://schemas.openxmlformats.org/officeDocument/2006/relationships/slideLayout" Target="../slideLayouts/slideLayout317.xml"/><Relationship Id="rId6" Type="http://schemas.openxmlformats.org/officeDocument/2006/relationships/slideLayout" Target="../slideLayouts/slideLayout316.xml"/><Relationship Id="rId5" Type="http://schemas.openxmlformats.org/officeDocument/2006/relationships/slideLayout" Target="../slideLayouts/slideLayout315.xml"/><Relationship Id="rId4" Type="http://schemas.openxmlformats.org/officeDocument/2006/relationships/slideLayout" Target="../slideLayouts/slideLayout314.xml"/><Relationship Id="rId3" Type="http://schemas.openxmlformats.org/officeDocument/2006/relationships/slideLayout" Target="../slideLayouts/slideLayout313.xml"/><Relationship Id="rId2" Type="http://schemas.openxmlformats.org/officeDocument/2006/relationships/slideLayout" Target="../slideLayouts/slideLayout312.xml"/><Relationship Id="rId11" Type="http://schemas.openxmlformats.org/officeDocument/2006/relationships/theme" Target="../theme/theme32.xml"/><Relationship Id="rId10" Type="http://schemas.openxmlformats.org/officeDocument/2006/relationships/slideLayout" Target="../slideLayouts/slideLayout320.xml"/><Relationship Id="rId1" Type="http://schemas.openxmlformats.org/officeDocument/2006/relationships/slideLayout" Target="../slideLayouts/slideLayout311.xml"/></Relationships>
</file>

<file path=ppt/slideMasters/_rels/slideMaster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9.xml"/><Relationship Id="rId8" Type="http://schemas.openxmlformats.org/officeDocument/2006/relationships/slideLayout" Target="../slideLayouts/slideLayout328.xml"/><Relationship Id="rId7" Type="http://schemas.openxmlformats.org/officeDocument/2006/relationships/slideLayout" Target="../slideLayouts/slideLayout327.xml"/><Relationship Id="rId6" Type="http://schemas.openxmlformats.org/officeDocument/2006/relationships/slideLayout" Target="../slideLayouts/slideLayout326.xml"/><Relationship Id="rId5" Type="http://schemas.openxmlformats.org/officeDocument/2006/relationships/slideLayout" Target="../slideLayouts/slideLayout325.xml"/><Relationship Id="rId4" Type="http://schemas.openxmlformats.org/officeDocument/2006/relationships/slideLayout" Target="../slideLayouts/slideLayout324.xml"/><Relationship Id="rId3" Type="http://schemas.openxmlformats.org/officeDocument/2006/relationships/slideLayout" Target="../slideLayouts/slideLayout323.xml"/><Relationship Id="rId2" Type="http://schemas.openxmlformats.org/officeDocument/2006/relationships/slideLayout" Target="../slideLayouts/slideLayout322.xml"/><Relationship Id="rId11" Type="http://schemas.openxmlformats.org/officeDocument/2006/relationships/theme" Target="../theme/theme33.xml"/><Relationship Id="rId10" Type="http://schemas.openxmlformats.org/officeDocument/2006/relationships/slideLayout" Target="../slideLayouts/slideLayout330.xml"/><Relationship Id="rId1" Type="http://schemas.openxmlformats.org/officeDocument/2006/relationships/slideLayout" Target="../slideLayouts/slideLayout321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9.xml"/><Relationship Id="rId8" Type="http://schemas.openxmlformats.org/officeDocument/2006/relationships/slideLayout" Target="../slideLayouts/slideLayout338.xml"/><Relationship Id="rId7" Type="http://schemas.openxmlformats.org/officeDocument/2006/relationships/slideLayout" Target="../slideLayouts/slideLayout337.xml"/><Relationship Id="rId6" Type="http://schemas.openxmlformats.org/officeDocument/2006/relationships/slideLayout" Target="../slideLayouts/slideLayout336.xml"/><Relationship Id="rId5" Type="http://schemas.openxmlformats.org/officeDocument/2006/relationships/slideLayout" Target="../slideLayouts/slideLayout335.xml"/><Relationship Id="rId4" Type="http://schemas.openxmlformats.org/officeDocument/2006/relationships/slideLayout" Target="../slideLayouts/slideLayout334.xml"/><Relationship Id="rId3" Type="http://schemas.openxmlformats.org/officeDocument/2006/relationships/slideLayout" Target="../slideLayouts/slideLayout333.xml"/><Relationship Id="rId2" Type="http://schemas.openxmlformats.org/officeDocument/2006/relationships/slideLayout" Target="../slideLayouts/slideLayout332.xml"/><Relationship Id="rId11" Type="http://schemas.openxmlformats.org/officeDocument/2006/relationships/theme" Target="../theme/theme34.xml"/><Relationship Id="rId10" Type="http://schemas.openxmlformats.org/officeDocument/2006/relationships/slideLayout" Target="../slideLayouts/slideLayout340.xml"/><Relationship Id="rId1" Type="http://schemas.openxmlformats.org/officeDocument/2006/relationships/slideLayout" Target="../slideLayouts/slideLayout331.xml"/></Relationships>
</file>

<file path=ppt/slideMasters/_rels/slideMaster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9.xml"/><Relationship Id="rId8" Type="http://schemas.openxmlformats.org/officeDocument/2006/relationships/slideLayout" Target="../slideLayouts/slideLayout348.xml"/><Relationship Id="rId7" Type="http://schemas.openxmlformats.org/officeDocument/2006/relationships/slideLayout" Target="../slideLayouts/slideLayout347.xml"/><Relationship Id="rId6" Type="http://schemas.openxmlformats.org/officeDocument/2006/relationships/slideLayout" Target="../slideLayouts/slideLayout346.xml"/><Relationship Id="rId5" Type="http://schemas.openxmlformats.org/officeDocument/2006/relationships/slideLayout" Target="../slideLayouts/slideLayout345.xml"/><Relationship Id="rId4" Type="http://schemas.openxmlformats.org/officeDocument/2006/relationships/slideLayout" Target="../slideLayouts/slideLayout344.xml"/><Relationship Id="rId3" Type="http://schemas.openxmlformats.org/officeDocument/2006/relationships/slideLayout" Target="../slideLayouts/slideLayout343.xml"/><Relationship Id="rId2" Type="http://schemas.openxmlformats.org/officeDocument/2006/relationships/slideLayout" Target="../slideLayouts/slideLayout342.xml"/><Relationship Id="rId11" Type="http://schemas.openxmlformats.org/officeDocument/2006/relationships/theme" Target="../theme/theme35.xml"/><Relationship Id="rId10" Type="http://schemas.openxmlformats.org/officeDocument/2006/relationships/slideLayout" Target="../slideLayouts/slideLayout350.xml"/><Relationship Id="rId1" Type="http://schemas.openxmlformats.org/officeDocument/2006/relationships/slideLayout" Target="../slideLayouts/slideLayout341.xml"/></Relationships>
</file>

<file path=ppt/slideMasters/_rels/slideMaster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9.xml"/><Relationship Id="rId8" Type="http://schemas.openxmlformats.org/officeDocument/2006/relationships/slideLayout" Target="../slideLayouts/slideLayout358.xml"/><Relationship Id="rId7" Type="http://schemas.openxmlformats.org/officeDocument/2006/relationships/slideLayout" Target="../slideLayouts/slideLayout357.xml"/><Relationship Id="rId6" Type="http://schemas.openxmlformats.org/officeDocument/2006/relationships/slideLayout" Target="../slideLayouts/slideLayout356.xml"/><Relationship Id="rId5" Type="http://schemas.openxmlformats.org/officeDocument/2006/relationships/slideLayout" Target="../slideLayouts/slideLayout355.xml"/><Relationship Id="rId4" Type="http://schemas.openxmlformats.org/officeDocument/2006/relationships/slideLayout" Target="../slideLayouts/slideLayout354.xml"/><Relationship Id="rId3" Type="http://schemas.openxmlformats.org/officeDocument/2006/relationships/slideLayout" Target="../slideLayouts/slideLayout353.xml"/><Relationship Id="rId2" Type="http://schemas.openxmlformats.org/officeDocument/2006/relationships/slideLayout" Target="../slideLayouts/slideLayout352.xml"/><Relationship Id="rId11" Type="http://schemas.openxmlformats.org/officeDocument/2006/relationships/theme" Target="../theme/theme36.xml"/><Relationship Id="rId10" Type="http://schemas.openxmlformats.org/officeDocument/2006/relationships/slideLayout" Target="../slideLayouts/slideLayout360.xml"/><Relationship Id="rId1" Type="http://schemas.openxmlformats.org/officeDocument/2006/relationships/slideLayout" Target="../slideLayouts/slideLayout351.xml"/></Relationships>
</file>

<file path=ppt/slideMasters/_rels/slideMaster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9.xml"/><Relationship Id="rId8" Type="http://schemas.openxmlformats.org/officeDocument/2006/relationships/slideLayout" Target="../slideLayouts/slideLayout368.xml"/><Relationship Id="rId7" Type="http://schemas.openxmlformats.org/officeDocument/2006/relationships/slideLayout" Target="../slideLayouts/slideLayout367.xml"/><Relationship Id="rId6" Type="http://schemas.openxmlformats.org/officeDocument/2006/relationships/slideLayout" Target="../slideLayouts/slideLayout366.xml"/><Relationship Id="rId5" Type="http://schemas.openxmlformats.org/officeDocument/2006/relationships/slideLayout" Target="../slideLayouts/slideLayout365.xml"/><Relationship Id="rId4" Type="http://schemas.openxmlformats.org/officeDocument/2006/relationships/slideLayout" Target="../slideLayouts/slideLayout364.xml"/><Relationship Id="rId3" Type="http://schemas.openxmlformats.org/officeDocument/2006/relationships/slideLayout" Target="../slideLayouts/slideLayout363.xml"/><Relationship Id="rId2" Type="http://schemas.openxmlformats.org/officeDocument/2006/relationships/slideLayout" Target="../slideLayouts/slideLayout362.xml"/><Relationship Id="rId11" Type="http://schemas.openxmlformats.org/officeDocument/2006/relationships/theme" Target="../theme/theme37.xml"/><Relationship Id="rId10" Type="http://schemas.openxmlformats.org/officeDocument/2006/relationships/slideLayout" Target="../slideLayouts/slideLayout370.xml"/><Relationship Id="rId1" Type="http://schemas.openxmlformats.org/officeDocument/2006/relationships/slideLayout" Target="../slideLayouts/slideLayout361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9.xml"/><Relationship Id="rId8" Type="http://schemas.openxmlformats.org/officeDocument/2006/relationships/slideLayout" Target="../slideLayouts/slideLayout378.xml"/><Relationship Id="rId7" Type="http://schemas.openxmlformats.org/officeDocument/2006/relationships/slideLayout" Target="../slideLayouts/slideLayout377.xml"/><Relationship Id="rId6" Type="http://schemas.openxmlformats.org/officeDocument/2006/relationships/slideLayout" Target="../slideLayouts/slideLayout376.xml"/><Relationship Id="rId5" Type="http://schemas.openxmlformats.org/officeDocument/2006/relationships/slideLayout" Target="../slideLayouts/slideLayout375.xml"/><Relationship Id="rId4" Type="http://schemas.openxmlformats.org/officeDocument/2006/relationships/slideLayout" Target="../slideLayouts/slideLayout374.xml"/><Relationship Id="rId3" Type="http://schemas.openxmlformats.org/officeDocument/2006/relationships/slideLayout" Target="../slideLayouts/slideLayout373.xml"/><Relationship Id="rId2" Type="http://schemas.openxmlformats.org/officeDocument/2006/relationships/slideLayout" Target="../slideLayouts/slideLayout372.xml"/><Relationship Id="rId11" Type="http://schemas.openxmlformats.org/officeDocument/2006/relationships/theme" Target="../theme/theme38.xml"/><Relationship Id="rId10" Type="http://schemas.openxmlformats.org/officeDocument/2006/relationships/slideLayout" Target="../slideLayouts/slideLayout380.xml"/><Relationship Id="rId1" Type="http://schemas.openxmlformats.org/officeDocument/2006/relationships/slideLayout" Target="../slideLayouts/slideLayout371.xml"/></Relationships>
</file>

<file path=ppt/slideMasters/_rels/slideMaster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9.xml"/><Relationship Id="rId8" Type="http://schemas.openxmlformats.org/officeDocument/2006/relationships/slideLayout" Target="../slideLayouts/slideLayout388.xml"/><Relationship Id="rId7" Type="http://schemas.openxmlformats.org/officeDocument/2006/relationships/slideLayout" Target="../slideLayouts/slideLayout387.xml"/><Relationship Id="rId6" Type="http://schemas.openxmlformats.org/officeDocument/2006/relationships/slideLayout" Target="../slideLayouts/slideLayout386.xml"/><Relationship Id="rId5" Type="http://schemas.openxmlformats.org/officeDocument/2006/relationships/slideLayout" Target="../slideLayouts/slideLayout385.xml"/><Relationship Id="rId4" Type="http://schemas.openxmlformats.org/officeDocument/2006/relationships/slideLayout" Target="../slideLayouts/slideLayout384.xml"/><Relationship Id="rId3" Type="http://schemas.openxmlformats.org/officeDocument/2006/relationships/slideLayout" Target="../slideLayouts/slideLayout383.xml"/><Relationship Id="rId2" Type="http://schemas.openxmlformats.org/officeDocument/2006/relationships/slideLayout" Target="../slideLayouts/slideLayout382.xml"/><Relationship Id="rId11" Type="http://schemas.openxmlformats.org/officeDocument/2006/relationships/theme" Target="../theme/theme39.xml"/><Relationship Id="rId10" Type="http://schemas.openxmlformats.org/officeDocument/2006/relationships/slideLayout" Target="../slideLayouts/slideLayout390.xml"/><Relationship Id="rId1" Type="http://schemas.openxmlformats.org/officeDocument/2006/relationships/slideLayout" Target="../slideLayouts/slideLayout381.xml"/></Relationships>
</file>

<file path=ppt/slideMasters/_rels/slideMaster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9.xml"/><Relationship Id="rId8" Type="http://schemas.openxmlformats.org/officeDocument/2006/relationships/slideLayout" Target="../slideLayouts/slideLayout398.xml"/><Relationship Id="rId7" Type="http://schemas.openxmlformats.org/officeDocument/2006/relationships/slideLayout" Target="../slideLayouts/slideLayout397.xml"/><Relationship Id="rId6" Type="http://schemas.openxmlformats.org/officeDocument/2006/relationships/slideLayout" Target="../slideLayouts/slideLayout396.xml"/><Relationship Id="rId5" Type="http://schemas.openxmlformats.org/officeDocument/2006/relationships/slideLayout" Target="../slideLayouts/slideLayout395.xml"/><Relationship Id="rId4" Type="http://schemas.openxmlformats.org/officeDocument/2006/relationships/slideLayout" Target="../slideLayouts/slideLayout394.xml"/><Relationship Id="rId3" Type="http://schemas.openxmlformats.org/officeDocument/2006/relationships/slideLayout" Target="../slideLayouts/slideLayout393.xml"/><Relationship Id="rId2" Type="http://schemas.openxmlformats.org/officeDocument/2006/relationships/slideLayout" Target="../slideLayouts/slideLayout392.xml"/><Relationship Id="rId11" Type="http://schemas.openxmlformats.org/officeDocument/2006/relationships/theme" Target="../theme/theme40.xml"/><Relationship Id="rId10" Type="http://schemas.openxmlformats.org/officeDocument/2006/relationships/slideLayout" Target="../slideLayouts/slideLayout400.xml"/><Relationship Id="rId1" Type="http://schemas.openxmlformats.org/officeDocument/2006/relationships/slideLayout" Target="../slideLayouts/slideLayout391.xml"/></Relationships>
</file>

<file path=ppt/slideMasters/_rels/slideMaster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9.xml"/><Relationship Id="rId8" Type="http://schemas.openxmlformats.org/officeDocument/2006/relationships/slideLayout" Target="../slideLayouts/slideLayout408.xml"/><Relationship Id="rId7" Type="http://schemas.openxmlformats.org/officeDocument/2006/relationships/slideLayout" Target="../slideLayouts/slideLayout407.xml"/><Relationship Id="rId6" Type="http://schemas.openxmlformats.org/officeDocument/2006/relationships/slideLayout" Target="../slideLayouts/slideLayout406.xml"/><Relationship Id="rId5" Type="http://schemas.openxmlformats.org/officeDocument/2006/relationships/slideLayout" Target="../slideLayouts/slideLayout405.xml"/><Relationship Id="rId4" Type="http://schemas.openxmlformats.org/officeDocument/2006/relationships/slideLayout" Target="../slideLayouts/slideLayout404.xml"/><Relationship Id="rId3" Type="http://schemas.openxmlformats.org/officeDocument/2006/relationships/slideLayout" Target="../slideLayouts/slideLayout403.xml"/><Relationship Id="rId2" Type="http://schemas.openxmlformats.org/officeDocument/2006/relationships/slideLayout" Target="../slideLayouts/slideLayout402.xml"/><Relationship Id="rId11" Type="http://schemas.openxmlformats.org/officeDocument/2006/relationships/theme" Target="../theme/theme41.xml"/><Relationship Id="rId10" Type="http://schemas.openxmlformats.org/officeDocument/2006/relationships/slideLayout" Target="../slideLayouts/slideLayout410.xml"/><Relationship Id="rId1" Type="http://schemas.openxmlformats.org/officeDocument/2006/relationships/slideLayout" Target="../slideLayouts/slideLayout401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9.xml"/><Relationship Id="rId8" Type="http://schemas.openxmlformats.org/officeDocument/2006/relationships/slideLayout" Target="../slideLayouts/slideLayout418.xml"/><Relationship Id="rId7" Type="http://schemas.openxmlformats.org/officeDocument/2006/relationships/slideLayout" Target="../slideLayouts/slideLayout417.xml"/><Relationship Id="rId6" Type="http://schemas.openxmlformats.org/officeDocument/2006/relationships/slideLayout" Target="../slideLayouts/slideLayout416.xml"/><Relationship Id="rId5" Type="http://schemas.openxmlformats.org/officeDocument/2006/relationships/slideLayout" Target="../slideLayouts/slideLayout415.xml"/><Relationship Id="rId4" Type="http://schemas.openxmlformats.org/officeDocument/2006/relationships/slideLayout" Target="../slideLayouts/slideLayout414.xml"/><Relationship Id="rId3" Type="http://schemas.openxmlformats.org/officeDocument/2006/relationships/slideLayout" Target="../slideLayouts/slideLayout413.xml"/><Relationship Id="rId2" Type="http://schemas.openxmlformats.org/officeDocument/2006/relationships/slideLayout" Target="../slideLayouts/slideLayout412.xml"/><Relationship Id="rId11" Type="http://schemas.openxmlformats.org/officeDocument/2006/relationships/theme" Target="../theme/theme42.xml"/><Relationship Id="rId10" Type="http://schemas.openxmlformats.org/officeDocument/2006/relationships/slideLayout" Target="../slideLayouts/slideLayout420.xml"/><Relationship Id="rId1" Type="http://schemas.openxmlformats.org/officeDocument/2006/relationships/slideLayout" Target="../slideLayouts/slideLayout411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9.xml"/><Relationship Id="rId8" Type="http://schemas.openxmlformats.org/officeDocument/2006/relationships/slideLayout" Target="../slideLayouts/slideLayout428.xml"/><Relationship Id="rId7" Type="http://schemas.openxmlformats.org/officeDocument/2006/relationships/slideLayout" Target="../slideLayouts/slideLayout427.xml"/><Relationship Id="rId6" Type="http://schemas.openxmlformats.org/officeDocument/2006/relationships/slideLayout" Target="../slideLayouts/slideLayout426.xml"/><Relationship Id="rId5" Type="http://schemas.openxmlformats.org/officeDocument/2006/relationships/slideLayout" Target="../slideLayouts/slideLayout425.xml"/><Relationship Id="rId4" Type="http://schemas.openxmlformats.org/officeDocument/2006/relationships/slideLayout" Target="../slideLayouts/slideLayout424.xml"/><Relationship Id="rId3" Type="http://schemas.openxmlformats.org/officeDocument/2006/relationships/slideLayout" Target="../slideLayouts/slideLayout423.xml"/><Relationship Id="rId2" Type="http://schemas.openxmlformats.org/officeDocument/2006/relationships/slideLayout" Target="../slideLayouts/slideLayout422.xml"/><Relationship Id="rId11" Type="http://schemas.openxmlformats.org/officeDocument/2006/relationships/theme" Target="../theme/theme43.xml"/><Relationship Id="rId10" Type="http://schemas.openxmlformats.org/officeDocument/2006/relationships/slideLayout" Target="../slideLayouts/slideLayout430.xml"/><Relationship Id="rId1" Type="http://schemas.openxmlformats.org/officeDocument/2006/relationships/slideLayout" Target="../slideLayouts/slideLayout421.xml"/></Relationships>
</file>

<file path=ppt/slideMasters/_rels/slideMaster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9.xml"/><Relationship Id="rId8" Type="http://schemas.openxmlformats.org/officeDocument/2006/relationships/slideLayout" Target="../slideLayouts/slideLayout438.xml"/><Relationship Id="rId7" Type="http://schemas.openxmlformats.org/officeDocument/2006/relationships/slideLayout" Target="../slideLayouts/slideLayout437.xml"/><Relationship Id="rId6" Type="http://schemas.openxmlformats.org/officeDocument/2006/relationships/slideLayout" Target="../slideLayouts/slideLayout436.xml"/><Relationship Id="rId5" Type="http://schemas.openxmlformats.org/officeDocument/2006/relationships/slideLayout" Target="../slideLayouts/slideLayout435.xml"/><Relationship Id="rId4" Type="http://schemas.openxmlformats.org/officeDocument/2006/relationships/slideLayout" Target="../slideLayouts/slideLayout434.xml"/><Relationship Id="rId3" Type="http://schemas.openxmlformats.org/officeDocument/2006/relationships/slideLayout" Target="../slideLayouts/slideLayout433.xml"/><Relationship Id="rId2" Type="http://schemas.openxmlformats.org/officeDocument/2006/relationships/slideLayout" Target="../slideLayouts/slideLayout432.xml"/><Relationship Id="rId11" Type="http://schemas.openxmlformats.org/officeDocument/2006/relationships/theme" Target="../theme/theme44.xml"/><Relationship Id="rId10" Type="http://schemas.openxmlformats.org/officeDocument/2006/relationships/slideLayout" Target="../slideLayouts/slideLayout440.xml"/><Relationship Id="rId1" Type="http://schemas.openxmlformats.org/officeDocument/2006/relationships/slideLayout" Target="../slideLayouts/slideLayout431.xml"/></Relationships>
</file>

<file path=ppt/slideMasters/_rels/slideMaster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9.xml"/><Relationship Id="rId8" Type="http://schemas.openxmlformats.org/officeDocument/2006/relationships/slideLayout" Target="../slideLayouts/slideLayout448.xml"/><Relationship Id="rId7" Type="http://schemas.openxmlformats.org/officeDocument/2006/relationships/slideLayout" Target="../slideLayouts/slideLayout447.xml"/><Relationship Id="rId6" Type="http://schemas.openxmlformats.org/officeDocument/2006/relationships/slideLayout" Target="../slideLayouts/slideLayout446.xml"/><Relationship Id="rId5" Type="http://schemas.openxmlformats.org/officeDocument/2006/relationships/slideLayout" Target="../slideLayouts/slideLayout445.xml"/><Relationship Id="rId4" Type="http://schemas.openxmlformats.org/officeDocument/2006/relationships/slideLayout" Target="../slideLayouts/slideLayout444.xml"/><Relationship Id="rId3" Type="http://schemas.openxmlformats.org/officeDocument/2006/relationships/slideLayout" Target="../slideLayouts/slideLayout443.xml"/><Relationship Id="rId2" Type="http://schemas.openxmlformats.org/officeDocument/2006/relationships/slideLayout" Target="../slideLayouts/slideLayout442.xml"/><Relationship Id="rId11" Type="http://schemas.openxmlformats.org/officeDocument/2006/relationships/theme" Target="../theme/theme45.xml"/><Relationship Id="rId10" Type="http://schemas.openxmlformats.org/officeDocument/2006/relationships/slideLayout" Target="../slideLayouts/slideLayout450.xml"/><Relationship Id="rId1" Type="http://schemas.openxmlformats.org/officeDocument/2006/relationships/slideLayout" Target="../slideLayouts/slideLayout441.xml"/></Relationships>
</file>

<file path=ppt/slideMasters/_rels/slideMaster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9.xml"/><Relationship Id="rId8" Type="http://schemas.openxmlformats.org/officeDocument/2006/relationships/slideLayout" Target="../slideLayouts/slideLayout458.xml"/><Relationship Id="rId7" Type="http://schemas.openxmlformats.org/officeDocument/2006/relationships/slideLayout" Target="../slideLayouts/slideLayout457.xml"/><Relationship Id="rId6" Type="http://schemas.openxmlformats.org/officeDocument/2006/relationships/slideLayout" Target="../slideLayouts/slideLayout456.xml"/><Relationship Id="rId5" Type="http://schemas.openxmlformats.org/officeDocument/2006/relationships/slideLayout" Target="../slideLayouts/slideLayout455.xml"/><Relationship Id="rId4" Type="http://schemas.openxmlformats.org/officeDocument/2006/relationships/slideLayout" Target="../slideLayouts/slideLayout454.xml"/><Relationship Id="rId3" Type="http://schemas.openxmlformats.org/officeDocument/2006/relationships/slideLayout" Target="../slideLayouts/slideLayout453.xml"/><Relationship Id="rId2" Type="http://schemas.openxmlformats.org/officeDocument/2006/relationships/slideLayout" Target="../slideLayouts/slideLayout452.xml"/><Relationship Id="rId11" Type="http://schemas.openxmlformats.org/officeDocument/2006/relationships/theme" Target="../theme/theme46.xml"/><Relationship Id="rId10" Type="http://schemas.openxmlformats.org/officeDocument/2006/relationships/slideLayout" Target="../slideLayouts/slideLayout460.xml"/><Relationship Id="rId1" Type="http://schemas.openxmlformats.org/officeDocument/2006/relationships/slideLayout" Target="../slideLayouts/slideLayout451.xml"/></Relationships>
</file>

<file path=ppt/slideMasters/_rels/slideMaster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9.xml"/><Relationship Id="rId8" Type="http://schemas.openxmlformats.org/officeDocument/2006/relationships/slideLayout" Target="../slideLayouts/slideLayout468.xml"/><Relationship Id="rId7" Type="http://schemas.openxmlformats.org/officeDocument/2006/relationships/slideLayout" Target="../slideLayouts/slideLayout467.xml"/><Relationship Id="rId6" Type="http://schemas.openxmlformats.org/officeDocument/2006/relationships/slideLayout" Target="../slideLayouts/slideLayout466.xml"/><Relationship Id="rId5" Type="http://schemas.openxmlformats.org/officeDocument/2006/relationships/slideLayout" Target="../slideLayouts/slideLayout465.xml"/><Relationship Id="rId4" Type="http://schemas.openxmlformats.org/officeDocument/2006/relationships/slideLayout" Target="../slideLayouts/slideLayout464.xml"/><Relationship Id="rId3" Type="http://schemas.openxmlformats.org/officeDocument/2006/relationships/slideLayout" Target="../slideLayouts/slideLayout463.xml"/><Relationship Id="rId2" Type="http://schemas.openxmlformats.org/officeDocument/2006/relationships/slideLayout" Target="../slideLayouts/slideLayout462.xml"/><Relationship Id="rId11" Type="http://schemas.openxmlformats.org/officeDocument/2006/relationships/theme" Target="../theme/theme47.xml"/><Relationship Id="rId10" Type="http://schemas.openxmlformats.org/officeDocument/2006/relationships/slideLayout" Target="../slideLayouts/slideLayout470.xml"/><Relationship Id="rId1" Type="http://schemas.openxmlformats.org/officeDocument/2006/relationships/slideLayout" Target="../slideLayouts/slideLayout461.xml"/></Relationships>
</file>

<file path=ppt/slideMasters/_rels/slideMaster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9.xml"/><Relationship Id="rId8" Type="http://schemas.openxmlformats.org/officeDocument/2006/relationships/slideLayout" Target="../slideLayouts/slideLayout478.xml"/><Relationship Id="rId7" Type="http://schemas.openxmlformats.org/officeDocument/2006/relationships/slideLayout" Target="../slideLayouts/slideLayout477.xml"/><Relationship Id="rId6" Type="http://schemas.openxmlformats.org/officeDocument/2006/relationships/slideLayout" Target="../slideLayouts/slideLayout476.xml"/><Relationship Id="rId5" Type="http://schemas.openxmlformats.org/officeDocument/2006/relationships/slideLayout" Target="../slideLayouts/slideLayout475.xml"/><Relationship Id="rId4" Type="http://schemas.openxmlformats.org/officeDocument/2006/relationships/slideLayout" Target="../slideLayouts/slideLayout474.xml"/><Relationship Id="rId3" Type="http://schemas.openxmlformats.org/officeDocument/2006/relationships/slideLayout" Target="../slideLayouts/slideLayout473.xml"/><Relationship Id="rId2" Type="http://schemas.openxmlformats.org/officeDocument/2006/relationships/slideLayout" Target="../slideLayouts/slideLayout472.xml"/><Relationship Id="rId11" Type="http://schemas.openxmlformats.org/officeDocument/2006/relationships/theme" Target="../theme/theme48.xml"/><Relationship Id="rId10" Type="http://schemas.openxmlformats.org/officeDocument/2006/relationships/slideLayout" Target="../slideLayouts/slideLayout480.xml"/><Relationship Id="rId1" Type="http://schemas.openxmlformats.org/officeDocument/2006/relationships/slideLayout" Target="../slideLayouts/slideLayout471.xml"/></Relationships>
</file>

<file path=ppt/slideMasters/_rels/slideMaster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89.xml"/><Relationship Id="rId8" Type="http://schemas.openxmlformats.org/officeDocument/2006/relationships/slideLayout" Target="../slideLayouts/slideLayout488.xml"/><Relationship Id="rId7" Type="http://schemas.openxmlformats.org/officeDocument/2006/relationships/slideLayout" Target="../slideLayouts/slideLayout487.xml"/><Relationship Id="rId6" Type="http://schemas.openxmlformats.org/officeDocument/2006/relationships/slideLayout" Target="../slideLayouts/slideLayout486.xml"/><Relationship Id="rId5" Type="http://schemas.openxmlformats.org/officeDocument/2006/relationships/slideLayout" Target="../slideLayouts/slideLayout485.xml"/><Relationship Id="rId4" Type="http://schemas.openxmlformats.org/officeDocument/2006/relationships/slideLayout" Target="../slideLayouts/slideLayout484.xml"/><Relationship Id="rId3" Type="http://schemas.openxmlformats.org/officeDocument/2006/relationships/slideLayout" Target="../slideLayouts/slideLayout483.xml"/><Relationship Id="rId2" Type="http://schemas.openxmlformats.org/officeDocument/2006/relationships/slideLayout" Target="../slideLayouts/slideLayout482.xml"/><Relationship Id="rId11" Type="http://schemas.openxmlformats.org/officeDocument/2006/relationships/theme" Target="../theme/theme49.xml"/><Relationship Id="rId10" Type="http://schemas.openxmlformats.org/officeDocument/2006/relationships/slideLayout" Target="../slideLayouts/slideLayout490.xml"/><Relationship Id="rId1" Type="http://schemas.openxmlformats.org/officeDocument/2006/relationships/slideLayout" Target="../slideLayouts/slideLayout481.xml"/></Relationships>
</file>

<file path=ppt/slideMasters/_rels/slideMaster5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9.xml"/><Relationship Id="rId8" Type="http://schemas.openxmlformats.org/officeDocument/2006/relationships/slideLayout" Target="../slideLayouts/slideLayout498.xml"/><Relationship Id="rId7" Type="http://schemas.openxmlformats.org/officeDocument/2006/relationships/slideLayout" Target="../slideLayouts/slideLayout497.xml"/><Relationship Id="rId6" Type="http://schemas.openxmlformats.org/officeDocument/2006/relationships/slideLayout" Target="../slideLayouts/slideLayout496.xml"/><Relationship Id="rId5" Type="http://schemas.openxmlformats.org/officeDocument/2006/relationships/slideLayout" Target="../slideLayouts/slideLayout495.xml"/><Relationship Id="rId4" Type="http://schemas.openxmlformats.org/officeDocument/2006/relationships/slideLayout" Target="../slideLayouts/slideLayout494.xml"/><Relationship Id="rId3" Type="http://schemas.openxmlformats.org/officeDocument/2006/relationships/slideLayout" Target="../slideLayouts/slideLayout493.xml"/><Relationship Id="rId2" Type="http://schemas.openxmlformats.org/officeDocument/2006/relationships/slideLayout" Target="../slideLayouts/slideLayout492.xml"/><Relationship Id="rId11" Type="http://schemas.openxmlformats.org/officeDocument/2006/relationships/theme" Target="../theme/theme50.xml"/><Relationship Id="rId10" Type="http://schemas.openxmlformats.org/officeDocument/2006/relationships/slideLayout" Target="../slideLayouts/slideLayout500.xml"/><Relationship Id="rId1" Type="http://schemas.openxmlformats.org/officeDocument/2006/relationships/slideLayout" Target="../slideLayouts/slideLayout491.xml"/></Relationships>
</file>

<file path=ppt/slideMasters/_rels/slideMaster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09.xml"/><Relationship Id="rId8" Type="http://schemas.openxmlformats.org/officeDocument/2006/relationships/slideLayout" Target="../slideLayouts/slideLayout508.xml"/><Relationship Id="rId7" Type="http://schemas.openxmlformats.org/officeDocument/2006/relationships/slideLayout" Target="../slideLayouts/slideLayout507.xml"/><Relationship Id="rId6" Type="http://schemas.openxmlformats.org/officeDocument/2006/relationships/slideLayout" Target="../slideLayouts/slideLayout506.xml"/><Relationship Id="rId5" Type="http://schemas.openxmlformats.org/officeDocument/2006/relationships/slideLayout" Target="../slideLayouts/slideLayout505.xml"/><Relationship Id="rId4" Type="http://schemas.openxmlformats.org/officeDocument/2006/relationships/slideLayout" Target="../slideLayouts/slideLayout504.xml"/><Relationship Id="rId3" Type="http://schemas.openxmlformats.org/officeDocument/2006/relationships/slideLayout" Target="../slideLayouts/slideLayout503.xml"/><Relationship Id="rId2" Type="http://schemas.openxmlformats.org/officeDocument/2006/relationships/slideLayout" Target="../slideLayouts/slideLayout502.xml"/><Relationship Id="rId11" Type="http://schemas.openxmlformats.org/officeDocument/2006/relationships/theme" Target="../theme/theme51.xml"/><Relationship Id="rId10" Type="http://schemas.openxmlformats.org/officeDocument/2006/relationships/slideLayout" Target="../slideLayouts/slideLayout510.xml"/><Relationship Id="rId1" Type="http://schemas.openxmlformats.org/officeDocument/2006/relationships/slideLayout" Target="../slideLayouts/slideLayout501.xml"/></Relationships>
</file>

<file path=ppt/slideMasters/_rels/slideMaster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19.xml"/><Relationship Id="rId8" Type="http://schemas.openxmlformats.org/officeDocument/2006/relationships/slideLayout" Target="../slideLayouts/slideLayout518.xml"/><Relationship Id="rId7" Type="http://schemas.openxmlformats.org/officeDocument/2006/relationships/slideLayout" Target="../slideLayouts/slideLayout517.xml"/><Relationship Id="rId6" Type="http://schemas.openxmlformats.org/officeDocument/2006/relationships/slideLayout" Target="../slideLayouts/slideLayout516.xml"/><Relationship Id="rId5" Type="http://schemas.openxmlformats.org/officeDocument/2006/relationships/slideLayout" Target="../slideLayouts/slideLayout515.xml"/><Relationship Id="rId4" Type="http://schemas.openxmlformats.org/officeDocument/2006/relationships/slideLayout" Target="../slideLayouts/slideLayout514.xml"/><Relationship Id="rId3" Type="http://schemas.openxmlformats.org/officeDocument/2006/relationships/slideLayout" Target="../slideLayouts/slideLayout513.xml"/><Relationship Id="rId2" Type="http://schemas.openxmlformats.org/officeDocument/2006/relationships/slideLayout" Target="../slideLayouts/slideLayout512.xml"/><Relationship Id="rId11" Type="http://schemas.openxmlformats.org/officeDocument/2006/relationships/theme" Target="../theme/theme52.xml"/><Relationship Id="rId10" Type="http://schemas.openxmlformats.org/officeDocument/2006/relationships/slideLayout" Target="../slideLayouts/slideLayout520.xml"/><Relationship Id="rId1" Type="http://schemas.openxmlformats.org/officeDocument/2006/relationships/slideLayout" Target="../slideLayouts/slideLayout511.xml"/></Relationships>
</file>

<file path=ppt/slideMasters/_rels/slideMaster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29.xml"/><Relationship Id="rId8" Type="http://schemas.openxmlformats.org/officeDocument/2006/relationships/slideLayout" Target="../slideLayouts/slideLayout528.xml"/><Relationship Id="rId7" Type="http://schemas.openxmlformats.org/officeDocument/2006/relationships/slideLayout" Target="../slideLayouts/slideLayout527.xml"/><Relationship Id="rId6" Type="http://schemas.openxmlformats.org/officeDocument/2006/relationships/slideLayout" Target="../slideLayouts/slideLayout526.xml"/><Relationship Id="rId5" Type="http://schemas.openxmlformats.org/officeDocument/2006/relationships/slideLayout" Target="../slideLayouts/slideLayout525.xml"/><Relationship Id="rId4" Type="http://schemas.openxmlformats.org/officeDocument/2006/relationships/slideLayout" Target="../slideLayouts/slideLayout524.xml"/><Relationship Id="rId3" Type="http://schemas.openxmlformats.org/officeDocument/2006/relationships/slideLayout" Target="../slideLayouts/slideLayout523.xml"/><Relationship Id="rId2" Type="http://schemas.openxmlformats.org/officeDocument/2006/relationships/slideLayout" Target="../slideLayouts/slideLayout522.xml"/><Relationship Id="rId11" Type="http://schemas.openxmlformats.org/officeDocument/2006/relationships/theme" Target="../theme/theme53.xml"/><Relationship Id="rId10" Type="http://schemas.openxmlformats.org/officeDocument/2006/relationships/slideLayout" Target="../slideLayouts/slideLayout530.xml"/><Relationship Id="rId1" Type="http://schemas.openxmlformats.org/officeDocument/2006/relationships/slideLayout" Target="../slideLayouts/slideLayout521.xml"/></Relationships>
</file>

<file path=ppt/slideMasters/_rels/slideMaster5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9.xml"/><Relationship Id="rId8" Type="http://schemas.openxmlformats.org/officeDocument/2006/relationships/slideLayout" Target="../slideLayouts/slideLayout538.xml"/><Relationship Id="rId7" Type="http://schemas.openxmlformats.org/officeDocument/2006/relationships/slideLayout" Target="../slideLayouts/slideLayout537.xml"/><Relationship Id="rId6" Type="http://schemas.openxmlformats.org/officeDocument/2006/relationships/slideLayout" Target="../slideLayouts/slideLayout536.xml"/><Relationship Id="rId5" Type="http://schemas.openxmlformats.org/officeDocument/2006/relationships/slideLayout" Target="../slideLayouts/slideLayout535.xml"/><Relationship Id="rId4" Type="http://schemas.openxmlformats.org/officeDocument/2006/relationships/slideLayout" Target="../slideLayouts/slideLayout534.xml"/><Relationship Id="rId3" Type="http://schemas.openxmlformats.org/officeDocument/2006/relationships/slideLayout" Target="../slideLayouts/slideLayout533.xml"/><Relationship Id="rId2" Type="http://schemas.openxmlformats.org/officeDocument/2006/relationships/slideLayout" Target="../slideLayouts/slideLayout532.xml"/><Relationship Id="rId11" Type="http://schemas.openxmlformats.org/officeDocument/2006/relationships/theme" Target="../theme/theme54.xml"/><Relationship Id="rId10" Type="http://schemas.openxmlformats.org/officeDocument/2006/relationships/slideLayout" Target="../slideLayouts/slideLayout540.xml"/><Relationship Id="rId1" Type="http://schemas.openxmlformats.org/officeDocument/2006/relationships/slideLayout" Target="../slideLayouts/slideLayout5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  <p:sldLayoutId id="2147483983" r:id="rId5"/>
    <p:sldLayoutId id="2147483984" r:id="rId6"/>
    <p:sldLayoutId id="2147483985" r:id="rId7"/>
    <p:sldLayoutId id="2147483986" r:id="rId8"/>
    <p:sldLayoutId id="2147483987" r:id="rId9"/>
    <p:sldLayoutId id="2147483988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3993" r:id="rId4"/>
    <p:sldLayoutId id="2147483994" r:id="rId5"/>
    <p:sldLayoutId id="2147483995" r:id="rId6"/>
    <p:sldLayoutId id="2147483996" r:id="rId7"/>
    <p:sldLayoutId id="2147483997" r:id="rId8"/>
    <p:sldLayoutId id="2147483998" r:id="rId9"/>
    <p:sldLayoutId id="2147483999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1" r:id="rId1"/>
    <p:sldLayoutId id="2147484002" r:id="rId2"/>
    <p:sldLayoutId id="2147484003" r:id="rId3"/>
    <p:sldLayoutId id="2147484004" r:id="rId4"/>
    <p:sldLayoutId id="2147484005" r:id="rId5"/>
    <p:sldLayoutId id="2147484006" r:id="rId6"/>
    <p:sldLayoutId id="2147484007" r:id="rId7"/>
    <p:sldLayoutId id="2147484008" r:id="rId8"/>
    <p:sldLayoutId id="2147484009" r:id="rId9"/>
    <p:sldLayoutId id="2147484010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57" r:id="rId2"/>
    <p:sldLayoutId id="2147484058" r:id="rId3"/>
    <p:sldLayoutId id="2147484059" r:id="rId4"/>
    <p:sldLayoutId id="2147484060" r:id="rId5"/>
    <p:sldLayoutId id="2147484061" r:id="rId6"/>
    <p:sldLayoutId id="2147484062" r:id="rId7"/>
    <p:sldLayoutId id="2147484063" r:id="rId8"/>
    <p:sldLayoutId id="2147484064" r:id="rId9"/>
    <p:sldLayoutId id="2147484065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7" r:id="rId1"/>
    <p:sldLayoutId id="2147484068" r:id="rId2"/>
    <p:sldLayoutId id="2147484069" r:id="rId3"/>
    <p:sldLayoutId id="2147484070" r:id="rId4"/>
    <p:sldLayoutId id="2147484071" r:id="rId5"/>
    <p:sldLayoutId id="2147484072" r:id="rId6"/>
    <p:sldLayoutId id="2147484073" r:id="rId7"/>
    <p:sldLayoutId id="2147484074" r:id="rId8"/>
    <p:sldLayoutId id="2147484075" r:id="rId9"/>
    <p:sldLayoutId id="2147484076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  <p:sldLayoutId id="2147484080" r:id="rId3"/>
    <p:sldLayoutId id="2147484081" r:id="rId4"/>
    <p:sldLayoutId id="2147484082" r:id="rId5"/>
    <p:sldLayoutId id="2147484083" r:id="rId6"/>
    <p:sldLayoutId id="2147484084" r:id="rId7"/>
    <p:sldLayoutId id="2147484085" r:id="rId8"/>
    <p:sldLayoutId id="2147484086" r:id="rId9"/>
    <p:sldLayoutId id="2147484087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1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098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0" r:id="rId1"/>
    <p:sldLayoutId id="2147484101" r:id="rId2"/>
    <p:sldLayoutId id="2147484102" r:id="rId3"/>
    <p:sldLayoutId id="2147484103" r:id="rId4"/>
    <p:sldLayoutId id="2147484104" r:id="rId5"/>
    <p:sldLayoutId id="2147484105" r:id="rId6"/>
    <p:sldLayoutId id="2147484106" r:id="rId7"/>
    <p:sldLayoutId id="2147484107" r:id="rId8"/>
    <p:sldLayoutId id="2147484108" r:id="rId9"/>
    <p:sldLayoutId id="2147484109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23" r:id="rId2"/>
    <p:sldLayoutId id="2147484124" r:id="rId3"/>
    <p:sldLayoutId id="2147484125" r:id="rId4"/>
    <p:sldLayoutId id="2147484126" r:id="rId5"/>
    <p:sldLayoutId id="2147484127" r:id="rId6"/>
    <p:sldLayoutId id="2147484128" r:id="rId7"/>
    <p:sldLayoutId id="2147484129" r:id="rId8"/>
    <p:sldLayoutId id="2147484130" r:id="rId9"/>
    <p:sldLayoutId id="2147484131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3" r:id="rId1"/>
    <p:sldLayoutId id="2147484134" r:id="rId2"/>
    <p:sldLayoutId id="2147484135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41" r:id="rId9"/>
    <p:sldLayoutId id="2147484142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4" r:id="rId1"/>
    <p:sldLayoutId id="2147484145" r:id="rId2"/>
    <p:sldLayoutId id="2147484146" r:id="rId3"/>
    <p:sldLayoutId id="2147484147" r:id="rId4"/>
    <p:sldLayoutId id="2147484148" r:id="rId5"/>
    <p:sldLayoutId id="2147484149" r:id="rId6"/>
    <p:sldLayoutId id="2147484150" r:id="rId7"/>
    <p:sldLayoutId id="2147484151" r:id="rId8"/>
    <p:sldLayoutId id="2147484152" r:id="rId9"/>
    <p:sldLayoutId id="2147484153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6" r:id="rId1"/>
    <p:sldLayoutId id="2147484167" r:id="rId2"/>
    <p:sldLayoutId id="2147484168" r:id="rId3"/>
    <p:sldLayoutId id="2147484169" r:id="rId4"/>
    <p:sldLayoutId id="2147484170" r:id="rId5"/>
    <p:sldLayoutId id="2147484171" r:id="rId6"/>
    <p:sldLayoutId id="2147484172" r:id="rId7"/>
    <p:sldLayoutId id="2147484173" r:id="rId8"/>
    <p:sldLayoutId id="2147484174" r:id="rId9"/>
    <p:sldLayoutId id="2147484175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8" r:id="rId2"/>
    <p:sldLayoutId id="2147484179" r:id="rId3"/>
    <p:sldLayoutId id="2147484180" r:id="rId4"/>
    <p:sldLayoutId id="2147484181" r:id="rId5"/>
    <p:sldLayoutId id="2147484182" r:id="rId6"/>
    <p:sldLayoutId id="2147484183" r:id="rId7"/>
    <p:sldLayoutId id="2147484184" r:id="rId8"/>
    <p:sldLayoutId id="2147484185" r:id="rId9"/>
    <p:sldLayoutId id="2147484186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8" r:id="rId1"/>
    <p:sldLayoutId id="2147484189" r:id="rId2"/>
    <p:sldLayoutId id="2147484190" r:id="rId3"/>
    <p:sldLayoutId id="2147484191" r:id="rId4"/>
    <p:sldLayoutId id="2147484192" r:id="rId5"/>
    <p:sldLayoutId id="2147484193" r:id="rId6"/>
    <p:sldLayoutId id="2147484194" r:id="rId7"/>
    <p:sldLayoutId id="2147484195" r:id="rId8"/>
    <p:sldLayoutId id="2147484196" r:id="rId9"/>
    <p:sldLayoutId id="2147484197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9" r:id="rId1"/>
    <p:sldLayoutId id="2147484200" r:id="rId2"/>
    <p:sldLayoutId id="2147484201" r:id="rId3"/>
    <p:sldLayoutId id="2147484202" r:id="rId4"/>
    <p:sldLayoutId id="2147484203" r:id="rId5"/>
    <p:sldLayoutId id="2147484204" r:id="rId6"/>
    <p:sldLayoutId id="2147484205" r:id="rId7"/>
    <p:sldLayoutId id="2147484206" r:id="rId8"/>
    <p:sldLayoutId id="2147484207" r:id="rId9"/>
    <p:sldLayoutId id="2147484208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0" r:id="rId1"/>
    <p:sldLayoutId id="2147484211" r:id="rId2"/>
    <p:sldLayoutId id="2147484212" r:id="rId3"/>
    <p:sldLayoutId id="2147484213" r:id="rId4"/>
    <p:sldLayoutId id="2147484214" r:id="rId5"/>
    <p:sldLayoutId id="2147484215" r:id="rId6"/>
    <p:sldLayoutId id="2147484216" r:id="rId7"/>
    <p:sldLayoutId id="2147484217" r:id="rId8"/>
    <p:sldLayoutId id="2147484218" r:id="rId9"/>
    <p:sldLayoutId id="2147484219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22" r:id="rId2"/>
    <p:sldLayoutId id="2147484223" r:id="rId3"/>
    <p:sldLayoutId id="2147484224" r:id="rId4"/>
    <p:sldLayoutId id="2147484225" r:id="rId5"/>
    <p:sldLayoutId id="2147484226" r:id="rId6"/>
    <p:sldLayoutId id="2147484227" r:id="rId7"/>
    <p:sldLayoutId id="2147484228" r:id="rId8"/>
    <p:sldLayoutId id="2147484229" r:id="rId9"/>
    <p:sldLayoutId id="2147484230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432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14475" y="4237567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228975" y="4237567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2" r:id="rId1"/>
    <p:sldLayoutId id="2147484233" r:id="rId2"/>
    <p:sldLayoutId id="2147484234" r:id="rId3"/>
    <p:sldLayoutId id="2147484235" r:id="rId4"/>
    <p:sldLayoutId id="2147484236" r:id="rId5"/>
    <p:sldLayoutId id="2147484237" r:id="rId6"/>
    <p:sldLayoutId id="2147484238" r:id="rId7"/>
    <p:sldLayoutId id="2147484239" r:id="rId8"/>
    <p:sldLayoutId id="2147484240" r:id="rId9"/>
    <p:sldLayoutId id="2147484241" r:id="rId10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ct val="5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" Target="slide27.xml"/><Relationship Id="rId8" Type="http://schemas.openxmlformats.org/officeDocument/2006/relationships/slide" Target="slide20.xml"/><Relationship Id="rId7" Type="http://schemas.openxmlformats.org/officeDocument/2006/relationships/slide" Target="slide13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Relationship Id="rId3" Type="http://schemas.openxmlformats.org/officeDocument/2006/relationships/slide" Target="slide3.xml"/><Relationship Id="rId2" Type="http://schemas.openxmlformats.org/officeDocument/2006/relationships/slide" Target="slide2.xml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slide" Target="slide53.xml"/><Relationship Id="rId15" Type="http://schemas.openxmlformats.org/officeDocument/2006/relationships/slide" Target="slide51.xml"/><Relationship Id="rId14" Type="http://schemas.openxmlformats.org/officeDocument/2006/relationships/slide" Target="slide34.xml"/><Relationship Id="rId13" Type="http://schemas.openxmlformats.org/officeDocument/2006/relationships/slide" Target="slide48.xml"/><Relationship Id="rId12" Type="http://schemas.openxmlformats.org/officeDocument/2006/relationships/slide" Target="slide41.xml"/><Relationship Id="rId11" Type="http://schemas.openxmlformats.org/officeDocument/2006/relationships/slide" Target="slide38.xml"/><Relationship Id="rId10" Type="http://schemas.openxmlformats.org/officeDocument/2006/relationships/slide" Target="slide3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27.xml"/><Relationship Id="rId8" Type="http://schemas.openxmlformats.org/officeDocument/2006/relationships/slide" Target="slide20.xml"/><Relationship Id="rId7" Type="http://schemas.openxmlformats.org/officeDocument/2006/relationships/slide" Target="slide13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image" Target="../media/image2.png"/><Relationship Id="rId3" Type="http://schemas.openxmlformats.org/officeDocument/2006/relationships/slide" Target="slide4.xml"/><Relationship Id="rId2" Type="http://schemas.openxmlformats.org/officeDocument/2006/relationships/slide" Target="slide3.xml"/><Relationship Id="rId17" Type="http://schemas.openxmlformats.org/officeDocument/2006/relationships/slideLayout" Target="../slideLayouts/slideLayout11.xml"/><Relationship Id="rId16" Type="http://schemas.openxmlformats.org/officeDocument/2006/relationships/slide" Target="slide53.xml"/><Relationship Id="rId15" Type="http://schemas.openxmlformats.org/officeDocument/2006/relationships/slide" Target="slide51.xml"/><Relationship Id="rId14" Type="http://schemas.openxmlformats.org/officeDocument/2006/relationships/slide" Target="slide34.xml"/><Relationship Id="rId13" Type="http://schemas.openxmlformats.org/officeDocument/2006/relationships/slide" Target="slide48.xml"/><Relationship Id="rId12" Type="http://schemas.openxmlformats.org/officeDocument/2006/relationships/slide" Target="slide41.xml"/><Relationship Id="rId11" Type="http://schemas.openxmlformats.org/officeDocument/2006/relationships/slide" Target="slide38.xml"/><Relationship Id="rId10" Type="http://schemas.openxmlformats.org/officeDocument/2006/relationships/slide" Target="slide35.xml"/><Relationship Id="rId1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" Target="slide27.xml"/><Relationship Id="rId8" Type="http://schemas.openxmlformats.org/officeDocument/2006/relationships/slide" Target="slide20.xml"/><Relationship Id="rId7" Type="http://schemas.openxmlformats.org/officeDocument/2006/relationships/slide" Target="slide13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7" Type="http://schemas.openxmlformats.org/officeDocument/2006/relationships/slideLayout" Target="../slideLayouts/slideLayout21.xml"/><Relationship Id="rId16" Type="http://schemas.openxmlformats.org/officeDocument/2006/relationships/slide" Target="slide53.xml"/><Relationship Id="rId15" Type="http://schemas.openxmlformats.org/officeDocument/2006/relationships/slide" Target="slide51.xml"/><Relationship Id="rId14" Type="http://schemas.openxmlformats.org/officeDocument/2006/relationships/slide" Target="slide34.xml"/><Relationship Id="rId13" Type="http://schemas.openxmlformats.org/officeDocument/2006/relationships/slide" Target="slide48.xml"/><Relationship Id="rId12" Type="http://schemas.openxmlformats.org/officeDocument/2006/relationships/slide" Target="slide41.xml"/><Relationship Id="rId11" Type="http://schemas.openxmlformats.org/officeDocument/2006/relationships/slide" Target="slide38.xml"/><Relationship Id="rId10" Type="http://schemas.openxmlformats.org/officeDocument/2006/relationships/slide" Target="slide35.xml"/><Relationship Id="rId1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" Target="slide27.xml"/><Relationship Id="rId8" Type="http://schemas.openxmlformats.org/officeDocument/2006/relationships/slide" Target="slide20.xml"/><Relationship Id="rId7" Type="http://schemas.openxmlformats.org/officeDocument/2006/relationships/slide" Target="slide13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3.xml"/><Relationship Id="rId3" Type="http://schemas.openxmlformats.org/officeDocument/2006/relationships/slide" Target="slide2.xml"/><Relationship Id="rId2" Type="http://schemas.openxmlformats.org/officeDocument/2006/relationships/slide" Target="slide1.xml"/><Relationship Id="rId17" Type="http://schemas.openxmlformats.org/officeDocument/2006/relationships/slideLayout" Target="../slideLayouts/slideLayout31.xml"/><Relationship Id="rId16" Type="http://schemas.openxmlformats.org/officeDocument/2006/relationships/slide" Target="slide53.xml"/><Relationship Id="rId15" Type="http://schemas.openxmlformats.org/officeDocument/2006/relationships/slide" Target="slide51.xml"/><Relationship Id="rId14" Type="http://schemas.openxmlformats.org/officeDocument/2006/relationships/slide" Target="slide34.xml"/><Relationship Id="rId13" Type="http://schemas.openxmlformats.org/officeDocument/2006/relationships/slide" Target="slide48.xml"/><Relationship Id="rId12" Type="http://schemas.openxmlformats.org/officeDocument/2006/relationships/slide" Target="slide41.xml"/><Relationship Id="rId11" Type="http://schemas.openxmlformats.org/officeDocument/2006/relationships/slide" Target="slide38.xml"/><Relationship Id="rId10" Type="http://schemas.openxmlformats.org/officeDocument/2006/relationships/slide" Target="slide35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" Target="slide27.xml"/><Relationship Id="rId8" Type="http://schemas.openxmlformats.org/officeDocument/2006/relationships/slide" Target="slide20.xml"/><Relationship Id="rId7" Type="http://schemas.openxmlformats.org/officeDocument/2006/relationships/slide" Target="slide13.xml"/><Relationship Id="rId6" Type="http://schemas.openxmlformats.org/officeDocument/2006/relationships/slide" Target="slide6.xml"/><Relationship Id="rId5" Type="http://schemas.openxmlformats.org/officeDocument/2006/relationships/slide" Target="slide1.xml"/><Relationship Id="rId4" Type="http://schemas.openxmlformats.org/officeDocument/2006/relationships/slide" Target="slide4.xml"/><Relationship Id="rId3" Type="http://schemas.openxmlformats.org/officeDocument/2006/relationships/slide" Target="slide3.xml"/><Relationship Id="rId2" Type="http://schemas.openxmlformats.org/officeDocument/2006/relationships/slide" Target="slide2.xml"/><Relationship Id="rId17" Type="http://schemas.openxmlformats.org/officeDocument/2006/relationships/slideLayout" Target="../slideLayouts/slideLayout41.xml"/><Relationship Id="rId16" Type="http://schemas.openxmlformats.org/officeDocument/2006/relationships/slide" Target="slide53.xml"/><Relationship Id="rId15" Type="http://schemas.openxmlformats.org/officeDocument/2006/relationships/slide" Target="slide51.xml"/><Relationship Id="rId14" Type="http://schemas.openxmlformats.org/officeDocument/2006/relationships/slide" Target="slide34.xml"/><Relationship Id="rId13" Type="http://schemas.openxmlformats.org/officeDocument/2006/relationships/slide" Target="slide48.xml"/><Relationship Id="rId12" Type="http://schemas.openxmlformats.org/officeDocument/2006/relationships/slide" Target="slide41.xml"/><Relationship Id="rId11" Type="http://schemas.openxmlformats.org/officeDocument/2006/relationships/slide" Target="slide38.xml"/><Relationship Id="rId10" Type="http://schemas.openxmlformats.org/officeDocument/2006/relationships/slide" Target="slide35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1.xml"/><Relationship Id="rId7" Type="http://schemas.openxmlformats.org/officeDocument/2006/relationships/slide" Target="slide12.xml"/><Relationship Id="rId6" Type="http://schemas.openxmlformats.org/officeDocument/2006/relationships/slide" Target="slide10.xml"/><Relationship Id="rId5" Type="http://schemas.openxmlformats.org/officeDocument/2006/relationships/slide" Target="slide11.xml"/><Relationship Id="rId4" Type="http://schemas.openxmlformats.org/officeDocument/2006/relationships/slide" Target="slide9.xml"/><Relationship Id="rId3" Type="http://schemas.openxmlformats.org/officeDocument/2006/relationships/slide" Target="slide8.xml"/><Relationship Id="rId20" Type="http://schemas.openxmlformats.org/officeDocument/2006/relationships/notesSlide" Target="../notesSlides/notesSlide2.xml"/><Relationship Id="rId2" Type="http://schemas.openxmlformats.org/officeDocument/2006/relationships/slide" Target="slide7.xml"/><Relationship Id="rId19" Type="http://schemas.openxmlformats.org/officeDocument/2006/relationships/slideLayout" Target="../slideLayouts/slideLayout5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1.xml"/><Relationship Id="rId7" Type="http://schemas.openxmlformats.org/officeDocument/2006/relationships/slide" Target="slide12.xml"/><Relationship Id="rId6" Type="http://schemas.openxmlformats.org/officeDocument/2006/relationships/slide" Target="slide11.xml"/><Relationship Id="rId5" Type="http://schemas.openxmlformats.org/officeDocument/2006/relationships/slide" Target="slide10.xml"/><Relationship Id="rId4" Type="http://schemas.openxmlformats.org/officeDocument/2006/relationships/slide" Target="slide9.xml"/><Relationship Id="rId3" Type="http://schemas.openxmlformats.org/officeDocument/2006/relationships/slide" Target="slide8.xml"/><Relationship Id="rId2" Type="http://schemas.openxmlformats.org/officeDocument/2006/relationships/slide" Target="slide6.xml"/><Relationship Id="rId19" Type="http://schemas.openxmlformats.org/officeDocument/2006/relationships/slideLayout" Target="../slideLayouts/slideLayout6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1.xml"/><Relationship Id="rId7" Type="http://schemas.openxmlformats.org/officeDocument/2006/relationships/slide" Target="slide6.xml"/><Relationship Id="rId6" Type="http://schemas.openxmlformats.org/officeDocument/2006/relationships/slide" Target="slide12.xml"/><Relationship Id="rId5" Type="http://schemas.openxmlformats.org/officeDocument/2006/relationships/slide" Target="slide11.xml"/><Relationship Id="rId4" Type="http://schemas.openxmlformats.org/officeDocument/2006/relationships/slide" Target="slide10.xml"/><Relationship Id="rId3" Type="http://schemas.openxmlformats.org/officeDocument/2006/relationships/slide" Target="slide9.xml"/><Relationship Id="rId2" Type="http://schemas.openxmlformats.org/officeDocument/2006/relationships/slide" Target="slide7.xml"/><Relationship Id="rId19" Type="http://schemas.openxmlformats.org/officeDocument/2006/relationships/slideLayout" Target="../slideLayouts/slideLayout7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1.xml"/><Relationship Id="rId7" Type="http://schemas.openxmlformats.org/officeDocument/2006/relationships/slide" Target="slide6.xml"/><Relationship Id="rId6" Type="http://schemas.openxmlformats.org/officeDocument/2006/relationships/slide" Target="slide12.xml"/><Relationship Id="rId5" Type="http://schemas.openxmlformats.org/officeDocument/2006/relationships/slide" Target="slide11.xml"/><Relationship Id="rId4" Type="http://schemas.openxmlformats.org/officeDocument/2006/relationships/slide" Target="slide10.xml"/><Relationship Id="rId3" Type="http://schemas.openxmlformats.org/officeDocument/2006/relationships/slide" Target="slide8.xml"/><Relationship Id="rId2" Type="http://schemas.openxmlformats.org/officeDocument/2006/relationships/slide" Target="slide7.xml"/><Relationship Id="rId19" Type="http://schemas.openxmlformats.org/officeDocument/2006/relationships/slideLayout" Target="../slideLayouts/slideLayout8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1.xml"/><Relationship Id="rId7" Type="http://schemas.openxmlformats.org/officeDocument/2006/relationships/slide" Target="slide6.xml"/><Relationship Id="rId6" Type="http://schemas.openxmlformats.org/officeDocument/2006/relationships/slide" Target="slide12.xml"/><Relationship Id="rId5" Type="http://schemas.openxmlformats.org/officeDocument/2006/relationships/slide" Target="slide11.xml"/><Relationship Id="rId4" Type="http://schemas.openxmlformats.org/officeDocument/2006/relationships/slide" Target="slide9.xml"/><Relationship Id="rId3" Type="http://schemas.openxmlformats.org/officeDocument/2006/relationships/slide" Target="slide8.xml"/><Relationship Id="rId2" Type="http://schemas.openxmlformats.org/officeDocument/2006/relationships/slide" Target="slide7.xml"/><Relationship Id="rId19" Type="http://schemas.openxmlformats.org/officeDocument/2006/relationships/slideLayout" Target="../slideLayouts/slideLayout9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1.xml"/><Relationship Id="rId7" Type="http://schemas.openxmlformats.org/officeDocument/2006/relationships/slide" Target="slide6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9.xml"/><Relationship Id="rId3" Type="http://schemas.openxmlformats.org/officeDocument/2006/relationships/slide" Target="slide8.xml"/><Relationship Id="rId2" Type="http://schemas.openxmlformats.org/officeDocument/2006/relationships/slide" Target="slide7.xml"/><Relationship Id="rId19" Type="http://schemas.openxmlformats.org/officeDocument/2006/relationships/slideLayout" Target="../slideLayouts/slideLayout10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slide" Target="slide1.xml"/><Relationship Id="rId7" Type="http://schemas.openxmlformats.org/officeDocument/2006/relationships/slide" Target="slide6.xml"/><Relationship Id="rId6" Type="http://schemas.openxmlformats.org/officeDocument/2006/relationships/slide" Target="slide11.xml"/><Relationship Id="rId5" Type="http://schemas.openxmlformats.org/officeDocument/2006/relationships/slide" Target="slide10.xml"/><Relationship Id="rId4" Type="http://schemas.openxmlformats.org/officeDocument/2006/relationships/slide" Target="slide9.xml"/><Relationship Id="rId3" Type="http://schemas.openxmlformats.org/officeDocument/2006/relationships/slide" Target="slide8.xml"/><Relationship Id="rId2" Type="http://schemas.openxmlformats.org/officeDocument/2006/relationships/slide" Target="slide7.xml"/><Relationship Id="rId19" Type="http://schemas.openxmlformats.org/officeDocument/2006/relationships/slideLayout" Target="../slideLayouts/slideLayout11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19.xml"/><Relationship Id="rId6" Type="http://schemas.openxmlformats.org/officeDocument/2006/relationships/slide" Target="slide17.xml"/><Relationship Id="rId5" Type="http://schemas.openxmlformats.org/officeDocument/2006/relationships/slide" Target="slide18.xml"/><Relationship Id="rId4" Type="http://schemas.openxmlformats.org/officeDocument/2006/relationships/slide" Target="slide16.xml"/><Relationship Id="rId3" Type="http://schemas.openxmlformats.org/officeDocument/2006/relationships/slide" Target="slide15.xml"/><Relationship Id="rId2" Type="http://schemas.openxmlformats.org/officeDocument/2006/relationships/slide" Target="slide14.xml"/><Relationship Id="rId19" Type="http://schemas.openxmlformats.org/officeDocument/2006/relationships/slideLayout" Target="../slideLayouts/slideLayout13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19.xml"/><Relationship Id="rId6" Type="http://schemas.openxmlformats.org/officeDocument/2006/relationships/slide" Target="slide17.xml"/><Relationship Id="rId5" Type="http://schemas.openxmlformats.org/officeDocument/2006/relationships/slide" Target="slide18.xml"/><Relationship Id="rId4" Type="http://schemas.openxmlformats.org/officeDocument/2006/relationships/slide" Target="slide13.xml"/><Relationship Id="rId3" Type="http://schemas.openxmlformats.org/officeDocument/2006/relationships/slide" Target="slide16.xml"/><Relationship Id="rId2" Type="http://schemas.openxmlformats.org/officeDocument/2006/relationships/slide" Target="slide15.xml"/><Relationship Id="rId19" Type="http://schemas.openxmlformats.org/officeDocument/2006/relationships/slideLayout" Target="../slideLayouts/slideLayout14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19.xml"/><Relationship Id="rId6" Type="http://schemas.openxmlformats.org/officeDocument/2006/relationships/slide" Target="slide17.xml"/><Relationship Id="rId5" Type="http://schemas.openxmlformats.org/officeDocument/2006/relationships/slide" Target="slide18.xml"/><Relationship Id="rId4" Type="http://schemas.openxmlformats.org/officeDocument/2006/relationships/slide" Target="slide13.xml"/><Relationship Id="rId3" Type="http://schemas.openxmlformats.org/officeDocument/2006/relationships/slide" Target="slide16.xml"/><Relationship Id="rId2" Type="http://schemas.openxmlformats.org/officeDocument/2006/relationships/slide" Target="slide14.xml"/><Relationship Id="rId19" Type="http://schemas.openxmlformats.org/officeDocument/2006/relationships/slideLayout" Target="../slideLayouts/slideLayout15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19.xml"/><Relationship Id="rId6" Type="http://schemas.openxmlformats.org/officeDocument/2006/relationships/slide" Target="slide17.xml"/><Relationship Id="rId5" Type="http://schemas.openxmlformats.org/officeDocument/2006/relationships/slide" Target="slide18.xml"/><Relationship Id="rId4" Type="http://schemas.openxmlformats.org/officeDocument/2006/relationships/slide" Target="slide13.xml"/><Relationship Id="rId3" Type="http://schemas.openxmlformats.org/officeDocument/2006/relationships/slide" Target="slide15.xml"/><Relationship Id="rId2" Type="http://schemas.openxmlformats.org/officeDocument/2006/relationships/slide" Target="slide14.xml"/><Relationship Id="rId19" Type="http://schemas.openxmlformats.org/officeDocument/2006/relationships/slideLayout" Target="../slideLayouts/slideLayout16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19.xml"/><Relationship Id="rId6" Type="http://schemas.openxmlformats.org/officeDocument/2006/relationships/slide" Target="slide18.xml"/><Relationship Id="rId5" Type="http://schemas.openxmlformats.org/officeDocument/2006/relationships/slide" Target="slide13.xml"/><Relationship Id="rId4" Type="http://schemas.openxmlformats.org/officeDocument/2006/relationships/slide" Target="slide16.xml"/><Relationship Id="rId3" Type="http://schemas.openxmlformats.org/officeDocument/2006/relationships/slide" Target="slide15.xml"/><Relationship Id="rId2" Type="http://schemas.openxmlformats.org/officeDocument/2006/relationships/slide" Target="slide14.xml"/><Relationship Id="rId19" Type="http://schemas.openxmlformats.org/officeDocument/2006/relationships/slideLayout" Target="../slideLayouts/slideLayout17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19.xml"/><Relationship Id="rId6" Type="http://schemas.openxmlformats.org/officeDocument/2006/relationships/slide" Target="slide17.xml"/><Relationship Id="rId5" Type="http://schemas.openxmlformats.org/officeDocument/2006/relationships/slide" Target="slide13.xml"/><Relationship Id="rId4" Type="http://schemas.openxmlformats.org/officeDocument/2006/relationships/slide" Target="slide16.xml"/><Relationship Id="rId3" Type="http://schemas.openxmlformats.org/officeDocument/2006/relationships/slide" Target="slide15.xml"/><Relationship Id="rId2" Type="http://schemas.openxmlformats.org/officeDocument/2006/relationships/slide" Target="slide14.xml"/><Relationship Id="rId19" Type="http://schemas.openxmlformats.org/officeDocument/2006/relationships/slideLayout" Target="../slideLayouts/slideLayout18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17.xml"/><Relationship Id="rId6" Type="http://schemas.openxmlformats.org/officeDocument/2006/relationships/slide" Target="slide18.xml"/><Relationship Id="rId5" Type="http://schemas.openxmlformats.org/officeDocument/2006/relationships/slide" Target="slide13.xml"/><Relationship Id="rId4" Type="http://schemas.openxmlformats.org/officeDocument/2006/relationships/slide" Target="slide16.xml"/><Relationship Id="rId3" Type="http://schemas.openxmlformats.org/officeDocument/2006/relationships/slide" Target="slide15.xml"/><Relationship Id="rId2" Type="http://schemas.openxmlformats.org/officeDocument/2006/relationships/slide" Target="slide14.xml"/><Relationship Id="rId19" Type="http://schemas.openxmlformats.org/officeDocument/2006/relationships/slideLayout" Target="../slideLayouts/slideLayout19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20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26.xml"/><Relationship Id="rId6" Type="http://schemas.openxmlformats.org/officeDocument/2006/relationships/slide" Target="slide24.xml"/><Relationship Id="rId5" Type="http://schemas.openxmlformats.org/officeDocument/2006/relationships/slide" Target="slide25.xml"/><Relationship Id="rId4" Type="http://schemas.openxmlformats.org/officeDocument/2006/relationships/slide" Target="slide23.xml"/><Relationship Id="rId3" Type="http://schemas.openxmlformats.org/officeDocument/2006/relationships/slide" Target="slide22.xml"/><Relationship Id="rId2" Type="http://schemas.openxmlformats.org/officeDocument/2006/relationships/slide" Target="slide21.xml"/><Relationship Id="rId19" Type="http://schemas.openxmlformats.org/officeDocument/2006/relationships/slideLayout" Target="../slideLayouts/slideLayout20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7.xml"/><Relationship Id="rId10" Type="http://schemas.openxmlformats.org/officeDocument/2006/relationships/slide" Target="slide13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7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11.xml"/><Relationship Id="rId18" Type="http://schemas.openxmlformats.org/officeDocument/2006/relationships/slide" Target="slide26.xml"/><Relationship Id="rId17" Type="http://schemas.openxmlformats.org/officeDocument/2006/relationships/slide" Target="slide24.xml"/><Relationship Id="rId16" Type="http://schemas.openxmlformats.org/officeDocument/2006/relationships/slide" Target="slide25.xml"/><Relationship Id="rId15" Type="http://schemas.openxmlformats.org/officeDocument/2006/relationships/slide" Target="slide20.xml"/><Relationship Id="rId14" Type="http://schemas.openxmlformats.org/officeDocument/2006/relationships/slide" Target="slide23.xml"/><Relationship Id="rId13" Type="http://schemas.openxmlformats.org/officeDocument/2006/relationships/slide" Target="slide22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7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21.xml"/><Relationship Id="rId18" Type="http://schemas.openxmlformats.org/officeDocument/2006/relationships/slide" Target="slide26.xml"/><Relationship Id="rId17" Type="http://schemas.openxmlformats.org/officeDocument/2006/relationships/slide" Target="slide24.xml"/><Relationship Id="rId16" Type="http://schemas.openxmlformats.org/officeDocument/2006/relationships/slide" Target="slide25.xml"/><Relationship Id="rId15" Type="http://schemas.openxmlformats.org/officeDocument/2006/relationships/slide" Target="slide20.xml"/><Relationship Id="rId14" Type="http://schemas.openxmlformats.org/officeDocument/2006/relationships/slide" Target="slide23.xml"/><Relationship Id="rId13" Type="http://schemas.openxmlformats.org/officeDocument/2006/relationships/slide" Target="slide21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7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31.xml"/><Relationship Id="rId18" Type="http://schemas.openxmlformats.org/officeDocument/2006/relationships/slide" Target="slide26.xml"/><Relationship Id="rId17" Type="http://schemas.openxmlformats.org/officeDocument/2006/relationships/slide" Target="slide24.xml"/><Relationship Id="rId16" Type="http://schemas.openxmlformats.org/officeDocument/2006/relationships/slide" Target="slide25.xml"/><Relationship Id="rId15" Type="http://schemas.openxmlformats.org/officeDocument/2006/relationships/slide" Target="slide20.xml"/><Relationship Id="rId14" Type="http://schemas.openxmlformats.org/officeDocument/2006/relationships/slide" Target="slide22.xml"/><Relationship Id="rId13" Type="http://schemas.openxmlformats.org/officeDocument/2006/relationships/slide" Target="slide21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7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41.xml"/><Relationship Id="rId18" Type="http://schemas.openxmlformats.org/officeDocument/2006/relationships/slide" Target="slide26.xml"/><Relationship Id="rId17" Type="http://schemas.openxmlformats.org/officeDocument/2006/relationships/slide" Target="slide25.xml"/><Relationship Id="rId16" Type="http://schemas.openxmlformats.org/officeDocument/2006/relationships/slide" Target="slide20.xml"/><Relationship Id="rId15" Type="http://schemas.openxmlformats.org/officeDocument/2006/relationships/slide" Target="slide23.xml"/><Relationship Id="rId14" Type="http://schemas.openxmlformats.org/officeDocument/2006/relationships/slide" Target="slide22.xml"/><Relationship Id="rId13" Type="http://schemas.openxmlformats.org/officeDocument/2006/relationships/slide" Target="slide21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7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51.xml"/><Relationship Id="rId18" Type="http://schemas.openxmlformats.org/officeDocument/2006/relationships/slide" Target="slide26.xml"/><Relationship Id="rId17" Type="http://schemas.openxmlformats.org/officeDocument/2006/relationships/slide" Target="slide24.xml"/><Relationship Id="rId16" Type="http://schemas.openxmlformats.org/officeDocument/2006/relationships/slide" Target="slide20.xml"/><Relationship Id="rId15" Type="http://schemas.openxmlformats.org/officeDocument/2006/relationships/slide" Target="slide23.xml"/><Relationship Id="rId14" Type="http://schemas.openxmlformats.org/officeDocument/2006/relationships/slide" Target="slide22.xml"/><Relationship Id="rId13" Type="http://schemas.openxmlformats.org/officeDocument/2006/relationships/slide" Target="slide21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7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61.xml"/><Relationship Id="rId18" Type="http://schemas.openxmlformats.org/officeDocument/2006/relationships/slide" Target="slide24.xml"/><Relationship Id="rId17" Type="http://schemas.openxmlformats.org/officeDocument/2006/relationships/slide" Target="slide25.xml"/><Relationship Id="rId16" Type="http://schemas.openxmlformats.org/officeDocument/2006/relationships/slide" Target="slide20.xml"/><Relationship Id="rId15" Type="http://schemas.openxmlformats.org/officeDocument/2006/relationships/slide" Target="slide23.xml"/><Relationship Id="rId14" Type="http://schemas.openxmlformats.org/officeDocument/2006/relationships/slide" Target="slide22.xml"/><Relationship Id="rId13" Type="http://schemas.openxmlformats.org/officeDocument/2006/relationships/slide" Target="slide21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slide" Target="slide1.xml"/><Relationship Id="rId7" Type="http://schemas.openxmlformats.org/officeDocument/2006/relationships/slide" Target="slide33.xml"/><Relationship Id="rId6" Type="http://schemas.openxmlformats.org/officeDocument/2006/relationships/slide" Target="slide31.xml"/><Relationship Id="rId5" Type="http://schemas.openxmlformats.org/officeDocument/2006/relationships/slide" Target="slide32.xml"/><Relationship Id="rId4" Type="http://schemas.openxmlformats.org/officeDocument/2006/relationships/slide" Target="slide30.xml"/><Relationship Id="rId3" Type="http://schemas.openxmlformats.org/officeDocument/2006/relationships/slide" Target="slide29.xml"/><Relationship Id="rId2" Type="http://schemas.openxmlformats.org/officeDocument/2006/relationships/slide" Target="slide28.xml"/><Relationship Id="rId19" Type="http://schemas.openxmlformats.org/officeDocument/2006/relationships/slideLayout" Target="../slideLayouts/slideLayout271.xml"/><Relationship Id="rId18" Type="http://schemas.openxmlformats.org/officeDocument/2006/relationships/slide" Target="slide53.xml"/><Relationship Id="rId17" Type="http://schemas.openxmlformats.org/officeDocument/2006/relationships/slide" Target="slide51.xml"/><Relationship Id="rId16" Type="http://schemas.openxmlformats.org/officeDocument/2006/relationships/slide" Target="slide34.xml"/><Relationship Id="rId15" Type="http://schemas.openxmlformats.org/officeDocument/2006/relationships/slide" Target="slide48.xml"/><Relationship Id="rId14" Type="http://schemas.openxmlformats.org/officeDocument/2006/relationships/slide" Target="slide41.xml"/><Relationship Id="rId13" Type="http://schemas.openxmlformats.org/officeDocument/2006/relationships/slide" Target="slide38.xml"/><Relationship Id="rId12" Type="http://schemas.openxmlformats.org/officeDocument/2006/relationships/slide" Target="slide35.xml"/><Relationship Id="rId11" Type="http://schemas.openxmlformats.org/officeDocument/2006/relationships/slide" Target="slide20.xml"/><Relationship Id="rId10" Type="http://schemas.openxmlformats.org/officeDocument/2006/relationships/slide" Target="slide13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81.xml"/><Relationship Id="rId18" Type="http://schemas.openxmlformats.org/officeDocument/2006/relationships/slide" Target="slide33.xml"/><Relationship Id="rId17" Type="http://schemas.openxmlformats.org/officeDocument/2006/relationships/slide" Target="slide31.xml"/><Relationship Id="rId16" Type="http://schemas.openxmlformats.org/officeDocument/2006/relationships/slide" Target="slide32.xml"/><Relationship Id="rId15" Type="http://schemas.openxmlformats.org/officeDocument/2006/relationships/slide" Target="slide27.xml"/><Relationship Id="rId14" Type="http://schemas.openxmlformats.org/officeDocument/2006/relationships/slide" Target="slide30.xml"/><Relationship Id="rId13" Type="http://schemas.openxmlformats.org/officeDocument/2006/relationships/slide" Target="slide29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0" Type="http://schemas.openxmlformats.org/officeDocument/2006/relationships/notesSlide" Target="../notesSlides/notesSlide3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291.xml"/><Relationship Id="rId18" Type="http://schemas.openxmlformats.org/officeDocument/2006/relationships/slide" Target="slide33.xml"/><Relationship Id="rId17" Type="http://schemas.openxmlformats.org/officeDocument/2006/relationships/slide" Target="slide31.xml"/><Relationship Id="rId16" Type="http://schemas.openxmlformats.org/officeDocument/2006/relationships/slide" Target="slide32.xml"/><Relationship Id="rId15" Type="http://schemas.openxmlformats.org/officeDocument/2006/relationships/slide" Target="slide27.xml"/><Relationship Id="rId14" Type="http://schemas.openxmlformats.org/officeDocument/2006/relationships/slide" Target="slide30.xml"/><Relationship Id="rId13" Type="http://schemas.openxmlformats.org/officeDocument/2006/relationships/slide" Target="slide28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301.xml"/><Relationship Id="rId18" Type="http://schemas.openxmlformats.org/officeDocument/2006/relationships/slide" Target="slide33.xml"/><Relationship Id="rId17" Type="http://schemas.openxmlformats.org/officeDocument/2006/relationships/slide" Target="slide31.xml"/><Relationship Id="rId16" Type="http://schemas.openxmlformats.org/officeDocument/2006/relationships/slide" Target="slide32.xml"/><Relationship Id="rId15" Type="http://schemas.openxmlformats.org/officeDocument/2006/relationships/slide" Target="slide27.xml"/><Relationship Id="rId14" Type="http://schemas.openxmlformats.org/officeDocument/2006/relationships/slide" Target="slide29.xml"/><Relationship Id="rId13" Type="http://schemas.openxmlformats.org/officeDocument/2006/relationships/slide" Target="slide28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0" Type="http://schemas.openxmlformats.org/officeDocument/2006/relationships/notesSlide" Target="../notesSlides/notesSlide4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311.xml"/><Relationship Id="rId18" Type="http://schemas.openxmlformats.org/officeDocument/2006/relationships/slide" Target="slide33.xml"/><Relationship Id="rId17" Type="http://schemas.openxmlformats.org/officeDocument/2006/relationships/slide" Target="slide32.xml"/><Relationship Id="rId16" Type="http://schemas.openxmlformats.org/officeDocument/2006/relationships/slide" Target="slide27.xml"/><Relationship Id="rId15" Type="http://schemas.openxmlformats.org/officeDocument/2006/relationships/slide" Target="slide30.xml"/><Relationship Id="rId14" Type="http://schemas.openxmlformats.org/officeDocument/2006/relationships/slide" Target="slide29.xml"/><Relationship Id="rId13" Type="http://schemas.openxmlformats.org/officeDocument/2006/relationships/slide" Target="slide28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0" Type="http://schemas.openxmlformats.org/officeDocument/2006/relationships/slideLayout" Target="../slideLayouts/slideLayout321.xml"/><Relationship Id="rId2" Type="http://schemas.openxmlformats.org/officeDocument/2006/relationships/slide" Target="slide1.xml"/><Relationship Id="rId19" Type="http://schemas.openxmlformats.org/officeDocument/2006/relationships/slide" Target="slide33.xml"/><Relationship Id="rId18" Type="http://schemas.openxmlformats.org/officeDocument/2006/relationships/slide" Target="slide31.xml"/><Relationship Id="rId17" Type="http://schemas.openxmlformats.org/officeDocument/2006/relationships/slide" Target="slide32.xml"/><Relationship Id="rId16" Type="http://schemas.openxmlformats.org/officeDocument/2006/relationships/slide" Target="slide27.xml"/><Relationship Id="rId15" Type="http://schemas.openxmlformats.org/officeDocument/2006/relationships/slide" Target="slide30.xml"/><Relationship Id="rId14" Type="http://schemas.openxmlformats.org/officeDocument/2006/relationships/slide" Target="slide29.xml"/><Relationship Id="rId13" Type="http://schemas.openxmlformats.org/officeDocument/2006/relationships/slide" Target="slide28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41.xml"/><Relationship Id="rId7" Type="http://schemas.openxmlformats.org/officeDocument/2006/relationships/slide" Target="slide38.xml"/><Relationship Id="rId6" Type="http://schemas.openxmlformats.org/officeDocument/2006/relationships/slide" Target="slide35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0" Type="http://schemas.openxmlformats.org/officeDocument/2006/relationships/slideLayout" Target="../slideLayouts/slideLayout331.xml"/><Relationship Id="rId2" Type="http://schemas.openxmlformats.org/officeDocument/2006/relationships/slide" Target="slide1.xml"/><Relationship Id="rId19" Type="http://schemas.openxmlformats.org/officeDocument/2006/relationships/slide" Target="slide33.xml"/><Relationship Id="rId18" Type="http://schemas.openxmlformats.org/officeDocument/2006/relationships/slide" Target="slide31.xml"/><Relationship Id="rId17" Type="http://schemas.openxmlformats.org/officeDocument/2006/relationships/slide" Target="slide32.xml"/><Relationship Id="rId16" Type="http://schemas.openxmlformats.org/officeDocument/2006/relationships/slide" Target="slide27.xml"/><Relationship Id="rId15" Type="http://schemas.openxmlformats.org/officeDocument/2006/relationships/slide" Target="slide30.xml"/><Relationship Id="rId14" Type="http://schemas.openxmlformats.org/officeDocument/2006/relationships/slide" Target="slide29.xml"/><Relationship Id="rId13" Type="http://schemas.openxmlformats.org/officeDocument/2006/relationships/slide" Target="slide28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" Target="slide41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3" Type="http://schemas.openxmlformats.org/officeDocument/2006/relationships/slideLayout" Target="../slideLayouts/slideLayout121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48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" Target="slide38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37.xml"/><Relationship Id="rId2" Type="http://schemas.openxmlformats.org/officeDocument/2006/relationships/slide" Target="slide36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34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" Target="slide38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37.xml"/><Relationship Id="rId2" Type="http://schemas.openxmlformats.org/officeDocument/2006/relationships/slide" Target="slide35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35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" Target="slide38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36.xml"/><Relationship Id="rId2" Type="http://schemas.openxmlformats.org/officeDocument/2006/relationships/slide" Target="slide35.xml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36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" Target="slide35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40.xml"/><Relationship Id="rId2" Type="http://schemas.openxmlformats.org/officeDocument/2006/relationships/slide" Target="slide39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37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slide" Target="slide35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40.xml"/><Relationship Id="rId2" Type="http://schemas.openxmlformats.org/officeDocument/2006/relationships/slide" Target="slide38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38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" Target="slide35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39.xml"/><Relationship Id="rId2" Type="http://schemas.openxmlformats.org/officeDocument/2006/relationships/slide" Target="slide38.xml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39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401.xml"/><Relationship Id="rId18" Type="http://schemas.openxmlformats.org/officeDocument/2006/relationships/slide" Target="slide47.xml"/><Relationship Id="rId17" Type="http://schemas.openxmlformats.org/officeDocument/2006/relationships/slide" Target="slide45.xml"/><Relationship Id="rId16" Type="http://schemas.openxmlformats.org/officeDocument/2006/relationships/slide" Target="slide46.xml"/><Relationship Id="rId15" Type="http://schemas.openxmlformats.org/officeDocument/2006/relationships/slide" Target="slide44.xml"/><Relationship Id="rId14" Type="http://schemas.openxmlformats.org/officeDocument/2006/relationships/slide" Target="slide43.xml"/><Relationship Id="rId13" Type="http://schemas.openxmlformats.org/officeDocument/2006/relationships/slide" Target="slide42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0" Type="http://schemas.openxmlformats.org/officeDocument/2006/relationships/notesSlide" Target="../notesSlides/notesSlide11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411.xml"/><Relationship Id="rId18" Type="http://schemas.openxmlformats.org/officeDocument/2006/relationships/slide" Target="slide47.xml"/><Relationship Id="rId17" Type="http://schemas.openxmlformats.org/officeDocument/2006/relationships/slide" Target="slide45.xml"/><Relationship Id="rId16" Type="http://schemas.openxmlformats.org/officeDocument/2006/relationships/slide" Target="slide46.xml"/><Relationship Id="rId15" Type="http://schemas.openxmlformats.org/officeDocument/2006/relationships/slide" Target="slide41.xml"/><Relationship Id="rId14" Type="http://schemas.openxmlformats.org/officeDocument/2006/relationships/slide" Target="slide44.xml"/><Relationship Id="rId13" Type="http://schemas.openxmlformats.org/officeDocument/2006/relationships/slide" Target="slide43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421.xml"/><Relationship Id="rId18" Type="http://schemas.openxmlformats.org/officeDocument/2006/relationships/slide" Target="slide47.xml"/><Relationship Id="rId17" Type="http://schemas.openxmlformats.org/officeDocument/2006/relationships/slide" Target="slide45.xml"/><Relationship Id="rId16" Type="http://schemas.openxmlformats.org/officeDocument/2006/relationships/slide" Target="slide46.xml"/><Relationship Id="rId15" Type="http://schemas.openxmlformats.org/officeDocument/2006/relationships/slide" Target="slide41.xml"/><Relationship Id="rId14" Type="http://schemas.openxmlformats.org/officeDocument/2006/relationships/slide" Target="slide44.xml"/><Relationship Id="rId13" Type="http://schemas.openxmlformats.org/officeDocument/2006/relationships/slide" Target="slide42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431.xml"/><Relationship Id="rId18" Type="http://schemas.openxmlformats.org/officeDocument/2006/relationships/slide" Target="slide47.xml"/><Relationship Id="rId17" Type="http://schemas.openxmlformats.org/officeDocument/2006/relationships/slide" Target="slide45.xml"/><Relationship Id="rId16" Type="http://schemas.openxmlformats.org/officeDocument/2006/relationships/slide" Target="slide46.xml"/><Relationship Id="rId15" Type="http://schemas.openxmlformats.org/officeDocument/2006/relationships/slide" Target="slide41.xml"/><Relationship Id="rId14" Type="http://schemas.openxmlformats.org/officeDocument/2006/relationships/slide" Target="slide43.xml"/><Relationship Id="rId13" Type="http://schemas.openxmlformats.org/officeDocument/2006/relationships/slide" Target="slide42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441.xml"/><Relationship Id="rId18" Type="http://schemas.openxmlformats.org/officeDocument/2006/relationships/slide" Target="slide47.xml"/><Relationship Id="rId17" Type="http://schemas.openxmlformats.org/officeDocument/2006/relationships/slide" Target="slide46.xml"/><Relationship Id="rId16" Type="http://schemas.openxmlformats.org/officeDocument/2006/relationships/slide" Target="slide41.xml"/><Relationship Id="rId15" Type="http://schemas.openxmlformats.org/officeDocument/2006/relationships/slide" Target="slide44.xml"/><Relationship Id="rId14" Type="http://schemas.openxmlformats.org/officeDocument/2006/relationships/slide" Target="slide43.xml"/><Relationship Id="rId13" Type="http://schemas.openxmlformats.org/officeDocument/2006/relationships/slide" Target="slide42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451.xml"/><Relationship Id="rId18" Type="http://schemas.openxmlformats.org/officeDocument/2006/relationships/slide" Target="slide47.xml"/><Relationship Id="rId17" Type="http://schemas.openxmlformats.org/officeDocument/2006/relationships/slide" Target="slide45.xml"/><Relationship Id="rId16" Type="http://schemas.openxmlformats.org/officeDocument/2006/relationships/slide" Target="slide41.xml"/><Relationship Id="rId15" Type="http://schemas.openxmlformats.org/officeDocument/2006/relationships/slide" Target="slide44.xml"/><Relationship Id="rId14" Type="http://schemas.openxmlformats.org/officeDocument/2006/relationships/slide" Target="slide43.xml"/><Relationship Id="rId13" Type="http://schemas.openxmlformats.org/officeDocument/2006/relationships/slide" Target="slide42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slide" Target="slide48.xml"/><Relationship Id="rId8" Type="http://schemas.openxmlformats.org/officeDocument/2006/relationships/slide" Target="slide38.xml"/><Relationship Id="rId7" Type="http://schemas.openxmlformats.org/officeDocument/2006/relationships/slide" Target="slide35.xml"/><Relationship Id="rId6" Type="http://schemas.openxmlformats.org/officeDocument/2006/relationships/slide" Target="slide27.xml"/><Relationship Id="rId5" Type="http://schemas.openxmlformats.org/officeDocument/2006/relationships/slide" Target="slide20.xml"/><Relationship Id="rId4" Type="http://schemas.openxmlformats.org/officeDocument/2006/relationships/slide" Target="slide13.xml"/><Relationship Id="rId3" Type="http://schemas.openxmlformats.org/officeDocument/2006/relationships/slide" Target="slide6.xml"/><Relationship Id="rId2" Type="http://schemas.openxmlformats.org/officeDocument/2006/relationships/slide" Target="slide1.xml"/><Relationship Id="rId19" Type="http://schemas.openxmlformats.org/officeDocument/2006/relationships/slideLayout" Target="../slideLayouts/slideLayout461.xml"/><Relationship Id="rId18" Type="http://schemas.openxmlformats.org/officeDocument/2006/relationships/slide" Target="slide45.xml"/><Relationship Id="rId17" Type="http://schemas.openxmlformats.org/officeDocument/2006/relationships/slide" Target="slide46.xml"/><Relationship Id="rId16" Type="http://schemas.openxmlformats.org/officeDocument/2006/relationships/slide" Target="slide41.xml"/><Relationship Id="rId15" Type="http://schemas.openxmlformats.org/officeDocument/2006/relationships/slide" Target="slide44.xml"/><Relationship Id="rId14" Type="http://schemas.openxmlformats.org/officeDocument/2006/relationships/slide" Target="slide43.xml"/><Relationship Id="rId13" Type="http://schemas.openxmlformats.org/officeDocument/2006/relationships/slide" Target="slide42.xml"/><Relationship Id="rId12" Type="http://schemas.openxmlformats.org/officeDocument/2006/relationships/slide" Target="slide53.xml"/><Relationship Id="rId11" Type="http://schemas.openxmlformats.org/officeDocument/2006/relationships/slide" Target="slide51.xml"/><Relationship Id="rId10" Type="http://schemas.openxmlformats.org/officeDocument/2006/relationships/slide" Target="slide34.xml"/><Relationship Id="rId1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slide" Target="slide35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50.xml"/><Relationship Id="rId2" Type="http://schemas.openxmlformats.org/officeDocument/2006/relationships/slide" Target="slide49.xml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47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1.xml"/><Relationship Id="rId10" Type="http://schemas.openxmlformats.org/officeDocument/2006/relationships/slide" Target="slide38.xml"/><Relationship Id="rId1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slide" Target="slide35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50.xml"/><Relationship Id="rId2" Type="http://schemas.openxmlformats.org/officeDocument/2006/relationships/slide" Target="slide48.xml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48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1.xml"/><Relationship Id="rId10" Type="http://schemas.openxmlformats.org/officeDocument/2006/relationships/slide" Target="slide38.xml"/><Relationship Id="rId1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slide" Target="slide35.xml"/><Relationship Id="rId8" Type="http://schemas.openxmlformats.org/officeDocument/2006/relationships/slide" Target="slide27.xml"/><Relationship Id="rId7" Type="http://schemas.openxmlformats.org/officeDocument/2006/relationships/slide" Target="slide20.xml"/><Relationship Id="rId6" Type="http://schemas.openxmlformats.org/officeDocument/2006/relationships/slide" Target="slide13.xml"/><Relationship Id="rId5" Type="http://schemas.openxmlformats.org/officeDocument/2006/relationships/slide" Target="slide6.xml"/><Relationship Id="rId4" Type="http://schemas.openxmlformats.org/officeDocument/2006/relationships/slide" Target="slide1.xml"/><Relationship Id="rId3" Type="http://schemas.openxmlformats.org/officeDocument/2006/relationships/slide" Target="slide49.xml"/><Relationship Id="rId2" Type="http://schemas.openxmlformats.org/officeDocument/2006/relationships/slide" Target="slide48.xml"/><Relationship Id="rId16" Type="http://schemas.openxmlformats.org/officeDocument/2006/relationships/notesSlide" Target="../notesSlides/notesSlide14.xml"/><Relationship Id="rId15" Type="http://schemas.openxmlformats.org/officeDocument/2006/relationships/slideLayout" Target="../slideLayouts/slideLayout491.xml"/><Relationship Id="rId14" Type="http://schemas.openxmlformats.org/officeDocument/2006/relationships/slide" Target="slide53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1.xml"/><Relationship Id="rId10" Type="http://schemas.openxmlformats.org/officeDocument/2006/relationships/slide" Target="slide38.xml"/><Relationship Id="rId1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slide" Target="slide38.xml"/><Relationship Id="rId8" Type="http://schemas.openxmlformats.org/officeDocument/2006/relationships/slide" Target="slide35.xml"/><Relationship Id="rId7" Type="http://schemas.openxmlformats.org/officeDocument/2006/relationships/slide" Target="slide2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6.xml"/><Relationship Id="rId3" Type="http://schemas.openxmlformats.org/officeDocument/2006/relationships/slide" Target="slide1.xml"/><Relationship Id="rId2" Type="http://schemas.openxmlformats.org/officeDocument/2006/relationships/slide" Target="slide52.xml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501.xml"/><Relationship Id="rId13" Type="http://schemas.openxmlformats.org/officeDocument/2006/relationships/slide" Target="slide53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slide" Target="slide38.xml"/><Relationship Id="rId8" Type="http://schemas.openxmlformats.org/officeDocument/2006/relationships/slide" Target="slide35.xml"/><Relationship Id="rId7" Type="http://schemas.openxmlformats.org/officeDocument/2006/relationships/slide" Target="slide2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6.xml"/><Relationship Id="rId3" Type="http://schemas.openxmlformats.org/officeDocument/2006/relationships/slide" Target="slide1.xml"/><Relationship Id="rId2" Type="http://schemas.openxmlformats.org/officeDocument/2006/relationships/slide" Target="slide51.xml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511.xml"/><Relationship Id="rId13" Type="http://schemas.openxmlformats.org/officeDocument/2006/relationships/slide" Target="slide53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slide" Target="slide38.xml"/><Relationship Id="rId8" Type="http://schemas.openxmlformats.org/officeDocument/2006/relationships/slide" Target="slide35.xml"/><Relationship Id="rId7" Type="http://schemas.openxmlformats.org/officeDocument/2006/relationships/slide" Target="slide2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6.xml"/><Relationship Id="rId3" Type="http://schemas.openxmlformats.org/officeDocument/2006/relationships/slide" Target="slide1.xml"/><Relationship Id="rId2" Type="http://schemas.openxmlformats.org/officeDocument/2006/relationships/slide" Target="slide54.xml"/><Relationship Id="rId15" Type="http://schemas.openxmlformats.org/officeDocument/2006/relationships/notesSlide" Target="../notesSlides/notesSlide17.xml"/><Relationship Id="rId14" Type="http://schemas.openxmlformats.org/officeDocument/2006/relationships/slideLayout" Target="../slideLayouts/slideLayout521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slide" Target="slide38.xml"/><Relationship Id="rId8" Type="http://schemas.openxmlformats.org/officeDocument/2006/relationships/slide" Target="slide35.xml"/><Relationship Id="rId7" Type="http://schemas.openxmlformats.org/officeDocument/2006/relationships/slide" Target="slide27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slide" Target="slide6.xml"/><Relationship Id="rId3" Type="http://schemas.openxmlformats.org/officeDocument/2006/relationships/slide" Target="slide1.xml"/><Relationship Id="rId2" Type="http://schemas.openxmlformats.org/officeDocument/2006/relationships/slide" Target="slide53.xml"/><Relationship Id="rId15" Type="http://schemas.openxmlformats.org/officeDocument/2006/relationships/notesSlide" Target="../notesSlides/notesSlide18.xml"/><Relationship Id="rId14" Type="http://schemas.openxmlformats.org/officeDocument/2006/relationships/slideLayout" Target="../slideLayouts/slideLayout531.xml"/><Relationship Id="rId13" Type="http://schemas.openxmlformats.org/officeDocument/2006/relationships/slide" Target="slide51.xml"/><Relationship Id="rId12" Type="http://schemas.openxmlformats.org/officeDocument/2006/relationships/slide" Target="slide34.xml"/><Relationship Id="rId11" Type="http://schemas.openxmlformats.org/officeDocument/2006/relationships/slide" Target="slide48.xml"/><Relationship Id="rId10" Type="http://schemas.openxmlformats.org/officeDocument/2006/relationships/slide" Target="slide41.xml"/><Relationship Id="rId1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3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4" action="ppaction://hlinksldjump"/>
          </p:cNvPr>
          <p:cNvSpPr/>
          <p:nvPr/>
        </p:nvSpPr>
        <p:spPr>
          <a:xfrm>
            <a:off x="2834005" y="145161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3" name="同心圆 12">
            <a:hlinkClick r:id="rId5" action="ppaction://hlinksldjump"/>
          </p:cNvPr>
          <p:cNvSpPr/>
          <p:nvPr/>
        </p:nvSpPr>
        <p:spPr>
          <a:xfrm>
            <a:off x="2834005" y="185483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离心间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蛋白提取间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压滤间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试剂配制间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组分库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3257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68" name="同心圆 67"/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70" name="同心圆 69">
            <a:hlinkClick r:id="rId6" action="ppaction://hlinksldjump"/>
          </p:cNvPr>
          <p:cNvSpPr/>
          <p:nvPr/>
        </p:nvSpPr>
        <p:spPr>
          <a:xfrm>
            <a:off x="61722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72" name="同心圆 71">
            <a:hlinkClick r:id="rId7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74" name="同心圆 73">
            <a:hlinkClick r:id="rId8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同心圆 74">
            <a:hlinkClick r:id="rId9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77" name="同心圆 76">
            <a:hlinkClick r:id="rId10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9" name="椭圆 78"/>
          <p:cNvSpPr/>
          <p:nvPr/>
        </p:nvSpPr>
        <p:spPr>
          <a:xfrm>
            <a:off x="354965" y="318706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同心圆 79">
            <a:hlinkClick r:id="rId11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82" name="同心圆 81">
            <a:hlinkClick r:id="rId12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84" name="同心圆 83">
            <a:hlinkClick r:id="rId13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86" name="同心圆 85">
            <a:hlinkClick r:id="rId14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7" name="同心圆 86">
            <a:hlinkClick r:id="rId15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9" name="同心圆 88">
            <a:hlinkClick r:id="rId16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91" name="文本框 90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同心圆 4">
            <a:hlinkClick r:id="rId1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2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3" action="ppaction://hlinksldjump"/>
          </p:cNvPr>
          <p:cNvSpPr/>
          <p:nvPr/>
        </p:nvSpPr>
        <p:spPr>
          <a:xfrm>
            <a:off x="2834005" y="145161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离心间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蛋白提取间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压滤间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试剂配制间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组分库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oom\D1218.pngD12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6" name="同心圆 5">
            <a:hlinkClick r:id="rId5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8" name="同心圆 67"/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70" name="同心圆 69">
            <a:hlinkClick r:id="rId6" action="ppaction://hlinksldjump"/>
          </p:cNvPr>
          <p:cNvSpPr/>
          <p:nvPr/>
        </p:nvSpPr>
        <p:spPr>
          <a:xfrm>
            <a:off x="61722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4" name="同心圆 3">
            <a:hlinkClick r:id="rId7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2" name="同心圆 11">
            <a:hlinkClick r:id="rId8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3" name="同心圆 12">
            <a:hlinkClick r:id="rId9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19" name="同心圆 18">
            <a:hlinkClick r:id="rId10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21" name="椭圆 20"/>
          <p:cNvSpPr/>
          <p:nvPr/>
        </p:nvSpPr>
        <p:spPr>
          <a:xfrm>
            <a:off x="354965" y="318706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同心圆 21">
            <a:hlinkClick r:id="rId11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26" name="同心圆 25">
            <a:hlinkClick r:id="rId12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28" name="同心圆 27">
            <a:hlinkClick r:id="rId13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30" name="同心圆 29">
            <a:hlinkClick r:id="rId14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15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33" name="同心圆 32">
            <a:hlinkClick r:id="rId16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35" name="文本框 34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同心圆 4">
            <a:hlinkClick r:id="rId1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/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离心间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蛋白提取间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压滤间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试剂配制间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组分库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1163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C:\Users\Administrator\Pictures\qrtest\room\D1219.pngD121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" name="同心圆 1">
            <a:hlinkClick r:id="rId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4" name="同心圆 13">
            <a:hlinkClick r:id="rId4" action="ppaction://hlinksldjump"/>
          </p:cNvPr>
          <p:cNvSpPr/>
          <p:nvPr/>
        </p:nvSpPr>
        <p:spPr>
          <a:xfrm>
            <a:off x="2834005" y="145161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5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76" name="文本框 75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68" name="同心圆 67"/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70" name="同心圆 69">
            <a:hlinkClick r:id="rId6" action="ppaction://hlinksldjump"/>
          </p:cNvPr>
          <p:cNvSpPr/>
          <p:nvPr/>
        </p:nvSpPr>
        <p:spPr>
          <a:xfrm>
            <a:off x="61722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72" name="同心圆 71">
            <a:hlinkClick r:id="rId7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74" name="同心圆 73">
            <a:hlinkClick r:id="rId8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9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7" name="同心圆 6">
            <a:hlinkClick r:id="rId10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11" name="椭圆 10"/>
          <p:cNvSpPr/>
          <p:nvPr/>
        </p:nvSpPr>
        <p:spPr>
          <a:xfrm>
            <a:off x="354965" y="318706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同心圆 11">
            <a:hlinkClick r:id="rId11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19" name="同心圆 18">
            <a:hlinkClick r:id="rId12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21" name="同心圆 20">
            <a:hlinkClick r:id="rId13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4" name="同心圆 23">
            <a:hlinkClick r:id="rId14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5" name="同心圆 24">
            <a:hlinkClick r:id="rId15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27" name="同心圆 26">
            <a:hlinkClick r:id="rId16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29" name="文本框 2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同心圆 8"/>
          <p:cNvSpPr/>
          <p:nvPr/>
        </p:nvSpPr>
        <p:spPr>
          <a:xfrm>
            <a:off x="2834005" y="145161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离心间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蛋白提取间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压滤间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试剂配制间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组分库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51701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oom\D1210.pngD12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5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" name="同心圆 1"/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5" name="同心圆 4">
            <a:hlinkClick r:id="rId6" action="ppaction://hlinksldjump"/>
          </p:cNvPr>
          <p:cNvSpPr/>
          <p:nvPr/>
        </p:nvSpPr>
        <p:spPr>
          <a:xfrm>
            <a:off x="61722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7" name="同心圆 6">
            <a:hlinkClick r:id="rId7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8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同心圆 74">
            <a:hlinkClick r:id="rId9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77" name="同心圆 76">
            <a:hlinkClick r:id="rId10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9" name="椭圆 78"/>
          <p:cNvSpPr/>
          <p:nvPr/>
        </p:nvSpPr>
        <p:spPr>
          <a:xfrm>
            <a:off x="354965" y="318706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同心圆 79">
            <a:hlinkClick r:id="rId11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82" name="同心圆 81">
            <a:hlinkClick r:id="rId12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84" name="同心圆 83">
            <a:hlinkClick r:id="rId13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86" name="同心圆 85">
            <a:hlinkClick r:id="rId14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7" name="同心圆 86">
            <a:hlinkClick r:id="rId15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9" name="同心圆 88">
            <a:hlinkClick r:id="rId16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91" name="文本框 90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同心圆 12"/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离心间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蛋白提取间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压滤间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试剂配制间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组分库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91833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oom\D1216.pngD121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45161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8" name="同心圆 67"/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70" name="同心圆 69">
            <a:hlinkClick r:id="rId6" action="ppaction://hlinksldjump"/>
          </p:cNvPr>
          <p:cNvSpPr/>
          <p:nvPr/>
        </p:nvSpPr>
        <p:spPr>
          <a:xfrm>
            <a:off x="61722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72" name="同心圆 71">
            <a:hlinkClick r:id="rId7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74" name="同心圆 73">
            <a:hlinkClick r:id="rId8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" name="同心圆 1">
            <a:hlinkClick r:id="rId9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5" name="同心圆 4">
            <a:hlinkClick r:id="rId10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" name="椭圆 6"/>
          <p:cNvSpPr/>
          <p:nvPr/>
        </p:nvSpPr>
        <p:spPr>
          <a:xfrm>
            <a:off x="354965" y="318706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同心圆 7">
            <a:hlinkClick r:id="rId11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11" name="同心圆 10">
            <a:hlinkClick r:id="rId12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19" name="同心圆 18">
            <a:hlinkClick r:id="rId13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4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同心圆 21">
            <a:hlinkClick r:id="rId15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26" name="同心圆 25">
            <a:hlinkClick r:id="rId16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28" name="文本框 27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R204-1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32512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204\R204-1.pngR204-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R204-7</a:t>
            </a:r>
            <a:endParaRPr lang="zh-CN" altLang="en-US" sz="1200"/>
          </a:p>
        </p:txBody>
      </p:sp>
      <p:sp>
        <p:nvSpPr>
          <p:cNvPr id="37" name="同心圆 36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/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9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34" name="同心圆 3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8" name="同心圆 37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R204-1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204\R204-2.pngR204-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2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R204-7</a:t>
            </a:r>
            <a:endParaRPr lang="zh-CN" altLang="en-US" sz="1200"/>
          </a:p>
        </p:txBody>
      </p:sp>
      <p:sp>
        <p:nvSpPr>
          <p:cNvPr id="2" name="同心圆 1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5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7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/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9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34" name="同心圆 3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12" name="同心圆 1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R204-1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11506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C:\Users\Administrator\Pictures\qrtest\R204\R204-3.pngR204-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31" name="同心圆 30"/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R204-7</a:t>
            </a:r>
            <a:endParaRPr lang="zh-CN" altLang="en-US" sz="1200"/>
          </a:p>
        </p:txBody>
      </p:sp>
      <p:sp>
        <p:nvSpPr>
          <p:cNvPr id="2" name="同心圆 1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3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4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6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7" action="ppaction://hlinksldjump"/>
          </p:cNvPr>
          <p:cNvSpPr/>
          <p:nvPr/>
        </p:nvSpPr>
        <p:spPr>
          <a:xfrm>
            <a:off x="2834005" y="26098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128" name="文本框 12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/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9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34" name="同心圆 3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8" name="同心圆 37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R204-1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51765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204\R204-4.pngR204-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32" name="同心圆 31"/>
          <p:cNvSpPr/>
          <p:nvPr/>
        </p:nvSpPr>
        <p:spPr>
          <a:xfrm>
            <a:off x="2834005" y="145161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R204-7</a:t>
            </a:r>
            <a:endParaRPr lang="zh-CN" altLang="en-US" sz="1200"/>
          </a:p>
        </p:txBody>
      </p:sp>
      <p:sp>
        <p:nvSpPr>
          <p:cNvPr id="2" name="同心圆 1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4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6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7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/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9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34" name="同心圆 3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12" name="同心圆 1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同心圆 12"/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R204-1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91960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204\R204-5.pngR204-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R204-7</a:t>
            </a:r>
            <a:endParaRPr lang="zh-CN" altLang="en-US" sz="1200"/>
          </a:p>
        </p:txBody>
      </p:sp>
      <p:sp>
        <p:nvSpPr>
          <p:cNvPr id="2" name="同心圆 1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6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7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/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9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34" name="同心圆 3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12" name="同心圆 1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R204-1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231394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204\R204-6.pngR204-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R204-7</a:t>
            </a:r>
            <a:endParaRPr lang="zh-CN" altLang="en-US" sz="1200"/>
          </a:p>
        </p:txBody>
      </p:sp>
      <p:sp>
        <p:nvSpPr>
          <p:cNvPr id="37" name="同心圆 36"/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" name="同心圆 1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5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6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7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/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9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34" name="同心圆 3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12" name="同心圆 1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R204-1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271462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R204\R204-7.pngR204-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34" name="同心圆 33"/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R204-7</a:t>
            </a:r>
            <a:endParaRPr lang="zh-CN" altLang="en-US" sz="1200"/>
          </a:p>
        </p:txBody>
      </p:sp>
      <p:sp>
        <p:nvSpPr>
          <p:cNvPr id="2" name="同心圆 1">
            <a:hlinkClick r:id="rId2" action="ppaction://hlinksldjump"/>
          </p:cNvPr>
          <p:cNvSpPr/>
          <p:nvPr/>
        </p:nvSpPr>
        <p:spPr>
          <a:xfrm>
            <a:off x="2834005" y="65468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5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7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/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9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9" name="同心圆 8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同心圆 10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13" name="同心圆 12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V202-1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32512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V202\V202-1.pngV202-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V202-7</a:t>
            </a:r>
            <a:endParaRPr lang="zh-CN" altLang="en-US" sz="1200"/>
          </a:p>
        </p:txBody>
      </p:sp>
      <p:sp>
        <p:nvSpPr>
          <p:cNvPr id="37" name="同心圆 36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70" name="同心圆 69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72" name="同心圆 71"/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74" name="同心圆 7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同心圆 74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77" name="同心圆 76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9" name="椭圆 78"/>
          <p:cNvSpPr/>
          <p:nvPr/>
        </p:nvSpPr>
        <p:spPr>
          <a:xfrm>
            <a:off x="1009650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同心圆 79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82" name="同心圆 81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84" name="同心圆 83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86" name="同心圆 85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7" name="同心圆 86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9" name="同心圆 88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91" name="文本框 90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V202-1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V202\V202-2.pngV202-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2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3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4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V202-7</a:t>
            </a:r>
            <a:endParaRPr lang="zh-CN" altLang="en-US" sz="1200"/>
          </a:p>
        </p:txBody>
      </p:sp>
      <p:sp>
        <p:nvSpPr>
          <p:cNvPr id="37" name="同心圆 36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70" name="同心圆 69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72" name="同心圆 71"/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74" name="同心圆 73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同心圆 74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77" name="同心圆 76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9" name="椭圆 78"/>
          <p:cNvSpPr/>
          <p:nvPr/>
        </p:nvSpPr>
        <p:spPr>
          <a:xfrm>
            <a:off x="1009650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同心圆 79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82" name="同心圆 81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84" name="同心圆 83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86" name="同心圆 85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7" name="同心圆 86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9" name="同心圆 88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91" name="文本框 90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V202-1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1163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V202\V202-3.pngV202-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/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3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4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V202-7</a:t>
            </a:r>
            <a:endParaRPr lang="zh-CN" altLang="en-US" sz="1200"/>
          </a:p>
        </p:txBody>
      </p:sp>
      <p:sp>
        <p:nvSpPr>
          <p:cNvPr id="37" name="同心圆 36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/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009650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V202-1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51701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V202\V202-4.pngV202-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/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4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V202-7</a:t>
            </a:r>
            <a:endParaRPr lang="zh-CN" altLang="en-US" sz="1200"/>
          </a:p>
        </p:txBody>
      </p:sp>
      <p:sp>
        <p:nvSpPr>
          <p:cNvPr id="37" name="同心圆 36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/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009650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V202-1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191833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V202\V202-5.pngV202-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V202-7</a:t>
            </a:r>
            <a:endParaRPr lang="zh-CN" altLang="en-US" sz="1200"/>
          </a:p>
        </p:txBody>
      </p:sp>
      <p:sp>
        <p:nvSpPr>
          <p:cNvPr id="37" name="同心圆 36">
            <a:hlinkClick r:id="rId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/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/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009650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V202-1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231267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V202\V202-6.pngV202-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V202-7</a:t>
            </a:r>
            <a:endParaRPr lang="zh-CN" altLang="en-US" sz="1200"/>
          </a:p>
        </p:txBody>
      </p:sp>
      <p:sp>
        <p:nvSpPr>
          <p:cNvPr id="37" name="同心圆 36"/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/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009650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V202-1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V202-5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271462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V202\V202-7.pngV202-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>
            <a:hlinkClick r:id="rId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V202-6</a:t>
            </a:r>
            <a:endParaRPr lang="zh-CN" alt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V202-7</a:t>
            </a:r>
            <a:endParaRPr lang="zh-CN" altLang="en-US" sz="1200"/>
          </a:p>
        </p:txBody>
      </p:sp>
      <p:sp>
        <p:nvSpPr>
          <p:cNvPr id="37" name="同心圆 36">
            <a:hlinkClick r:id="rId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/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/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10" action="ppaction://hlinksldjump"/>
          </p:cNvPr>
          <p:cNvSpPr/>
          <p:nvPr/>
        </p:nvSpPr>
        <p:spPr>
          <a:xfrm>
            <a:off x="127825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009650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JXY-182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JXY-184</a:t>
            </a:r>
            <a:endParaRPr 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JXY-186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JXY-188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JXY-190</a:t>
            </a:r>
            <a:endParaRPr lang="en-US" sz="1200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2\JXY-182.pngJXY-18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JXY-220</a:t>
            </a:r>
            <a:endParaRPr 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JXY-222</a:t>
            </a:r>
            <a:endParaRPr lang="en-US" sz="1200"/>
          </a:p>
        </p:txBody>
      </p:sp>
      <p:sp>
        <p:nvSpPr>
          <p:cNvPr id="37" name="同心圆 36">
            <a:hlinkClick r:id="rId5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action="ppaction://hlinksldjump"/>
          </p:cNvPr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70" name="同心圆 69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72" name="同心圆 71">
            <a:hlinkClick r:id="rId10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74" name="同心圆 73"/>
          <p:cNvSpPr/>
          <p:nvPr/>
        </p:nvSpPr>
        <p:spPr>
          <a:xfrm>
            <a:off x="127000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同心圆 74">
            <a:hlinkClick r:id="rId11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77" name="同心圆 76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9" name="椭圆 78"/>
          <p:cNvSpPr/>
          <p:nvPr/>
        </p:nvSpPr>
        <p:spPr>
          <a:xfrm>
            <a:off x="133540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同心圆 79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82" name="同心圆 81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84" name="同心圆 83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86" name="同心圆 85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7" name="同心圆 86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9" name="同心圆 88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91" name="文本框 90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43" name="椭圆 42"/>
          <p:cNvSpPr/>
          <p:nvPr/>
        </p:nvSpPr>
        <p:spPr>
          <a:xfrm>
            <a:off x="2899410" y="32448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2\JXY-184.pngJXY-18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/>
          <p:cNvSpPr/>
          <p:nvPr/>
        </p:nvSpPr>
        <p:spPr>
          <a:xfrm>
            <a:off x="127000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5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33540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JXY-182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JXY-184</a:t>
            </a:r>
            <a:endParaRPr 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JXY-186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JXY-188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JXY-190</a:t>
            </a:r>
            <a:endParaRPr lang="en-US" sz="1200"/>
          </a:p>
        </p:txBody>
      </p:sp>
      <p:sp>
        <p:nvSpPr>
          <p:cNvPr id="13" name="同心圆 12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1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同心圆 21">
            <a:hlinkClick r:id="rId1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4" name="同心圆 33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JXY-220</a:t>
            </a:r>
            <a:endParaRPr 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JXY-222</a:t>
            </a:r>
            <a:endParaRPr lang="en-US" sz="1200"/>
          </a:p>
        </p:txBody>
      </p:sp>
      <p:sp>
        <p:nvSpPr>
          <p:cNvPr id="38" name="同心圆 37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同心圆 46">
            <a:hlinkClick r:id="rId18" action="ppaction://hlinksldjump"/>
          </p:cNvPr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2899410" y="71818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2\JXY-186.pngJXY-18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/>
          <p:cNvSpPr/>
          <p:nvPr/>
        </p:nvSpPr>
        <p:spPr>
          <a:xfrm>
            <a:off x="127000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5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33540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JXY-182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JXY-184</a:t>
            </a:r>
            <a:endParaRPr 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JXY-186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JXY-188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JXY-190</a:t>
            </a:r>
            <a:endParaRPr lang="en-US" sz="1200"/>
          </a:p>
        </p:txBody>
      </p:sp>
      <p:sp>
        <p:nvSpPr>
          <p:cNvPr id="2" name="同心圆 1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/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1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同心圆 21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JXY-220</a:t>
            </a:r>
            <a:endParaRPr 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JXY-222</a:t>
            </a:r>
            <a:endParaRPr lang="en-US" sz="1200"/>
          </a:p>
        </p:txBody>
      </p:sp>
      <p:sp>
        <p:nvSpPr>
          <p:cNvPr id="38" name="同心圆 37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同心圆 46">
            <a:hlinkClick r:id="rId18" action="ppaction://hlinksldjump"/>
          </p:cNvPr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2899410" y="11163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2\JXY-188.pngJXY-18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/>
          <p:cNvSpPr/>
          <p:nvPr/>
        </p:nvSpPr>
        <p:spPr>
          <a:xfrm>
            <a:off x="127000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5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33540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JXY-182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JXY-184</a:t>
            </a:r>
            <a:endParaRPr 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JXY-186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JXY-188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JXY-190</a:t>
            </a:r>
            <a:endParaRPr lang="en-US" sz="1200"/>
          </a:p>
        </p:txBody>
      </p:sp>
      <p:sp>
        <p:nvSpPr>
          <p:cNvPr id="2" name="同心圆 1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/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JXY-220</a:t>
            </a:r>
            <a:endParaRPr 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JXY-222</a:t>
            </a:r>
            <a:endParaRPr lang="en-US" sz="1200"/>
          </a:p>
        </p:txBody>
      </p:sp>
      <p:sp>
        <p:nvSpPr>
          <p:cNvPr id="7" name="同心圆 6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8" action="ppaction://hlinksldjump"/>
          </p:cNvPr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2899410" y="151701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2\JXY-190.pngJXY-19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/>
          <p:cNvSpPr/>
          <p:nvPr/>
        </p:nvSpPr>
        <p:spPr>
          <a:xfrm>
            <a:off x="127000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5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33540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JXY-182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JXY-184</a:t>
            </a:r>
            <a:endParaRPr 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JXY-186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JXY-188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JXY-190</a:t>
            </a:r>
            <a:endParaRPr lang="en-US" sz="1200"/>
          </a:p>
        </p:txBody>
      </p:sp>
      <p:sp>
        <p:nvSpPr>
          <p:cNvPr id="2" name="同心圆 1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" name="同心圆 3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JXY-220</a:t>
            </a:r>
            <a:endParaRPr 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JXY-222</a:t>
            </a:r>
            <a:endParaRPr lang="en-US" sz="1200"/>
          </a:p>
        </p:txBody>
      </p:sp>
      <p:sp>
        <p:nvSpPr>
          <p:cNvPr id="7" name="同心圆 6">
            <a:hlinkClick r:id="rId17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/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同心圆 21">
            <a:hlinkClick r:id="rId18" action="ppaction://hlinksldjump"/>
          </p:cNvPr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2899410" y="191897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2\JXY-220.pngJXY-22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/>
          <p:cNvSpPr/>
          <p:nvPr/>
        </p:nvSpPr>
        <p:spPr>
          <a:xfrm>
            <a:off x="127000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5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33540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JXY-182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JXY-184</a:t>
            </a:r>
            <a:endParaRPr 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JXY-186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JXY-188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JXY-190</a:t>
            </a:r>
            <a:endParaRPr lang="en-US" sz="1200"/>
          </a:p>
        </p:txBody>
      </p:sp>
      <p:sp>
        <p:nvSpPr>
          <p:cNvPr id="13" name="同心圆 12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同心圆 21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4" name="同心圆 33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JXY-220</a:t>
            </a:r>
            <a:endParaRPr 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JXY-222</a:t>
            </a:r>
            <a:endParaRPr lang="en-US" sz="1200"/>
          </a:p>
        </p:txBody>
      </p:sp>
      <p:sp>
        <p:nvSpPr>
          <p:cNvPr id="38" name="同心圆 37"/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同心圆 46">
            <a:hlinkClick r:id="rId18" action="ppaction://hlinksldjump"/>
          </p:cNvPr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2899410" y="231394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2\JXY-222.pngJXY-2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/>
          <p:cNvSpPr/>
          <p:nvPr/>
        </p:nvSpPr>
        <p:spPr>
          <a:xfrm>
            <a:off x="127000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5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33540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JXY-182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JXY-184</a:t>
            </a:r>
            <a:endParaRPr 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JXY-186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JXY-188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JXY-190</a:t>
            </a:r>
            <a:endParaRPr lang="en-US" sz="1200"/>
          </a:p>
        </p:txBody>
      </p:sp>
      <p:sp>
        <p:nvSpPr>
          <p:cNvPr id="13" name="同心圆 12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同心圆 21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4" name="同心圆 33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JXY-220</a:t>
            </a:r>
            <a:endParaRPr lang="en-US" sz="1200"/>
          </a:p>
        </p:txBody>
      </p:sp>
      <p:sp>
        <p:nvSpPr>
          <p:cNvPr id="36" name="文本框 35"/>
          <p:cNvSpPr txBox="1"/>
          <p:nvPr/>
        </p:nvSpPr>
        <p:spPr>
          <a:xfrm>
            <a:off x="3108325" y="265112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JXY-222</a:t>
            </a:r>
            <a:endParaRPr lang="en-US" sz="1200"/>
          </a:p>
        </p:txBody>
      </p:sp>
      <p:sp>
        <p:nvSpPr>
          <p:cNvPr id="38" name="同心圆 37">
            <a:hlinkClick r:id="rId17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8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同心圆 46"/>
          <p:cNvSpPr/>
          <p:nvPr/>
        </p:nvSpPr>
        <p:spPr>
          <a:xfrm>
            <a:off x="2834005" y="265112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2899410" y="27165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椭圆 22"/>
          <p:cNvSpPr/>
          <p:nvPr/>
        </p:nvSpPr>
        <p:spPr>
          <a:xfrm>
            <a:off x="2899410" y="32512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3\JXY-183.pngJXY-18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4" name="同心圆 13">
            <a:hlinkClick r:id="rId2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同心圆 30">
            <a:hlinkClick r:id="rId3" tooltip="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同心圆 31">
            <a:hlinkClick r:id="rId4" tooltip="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同心圆 32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7" name="同心圆 36">
            <a:hlinkClick r:id="rId5" tooltip="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6" tooltip="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>
            <a:hlinkClick r:id="rId7" tooltip="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08325" y="2584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JXY-183</a:t>
            </a:r>
            <a:endParaRPr lang="en-US" altLang="zh-CN" sz="1200"/>
          </a:p>
        </p:txBody>
      </p:sp>
      <p:sp>
        <p:nvSpPr>
          <p:cNvPr id="34" name="文本框 33"/>
          <p:cNvSpPr txBox="1"/>
          <p:nvPr/>
        </p:nvSpPr>
        <p:spPr>
          <a:xfrm>
            <a:off x="3108325" y="6521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JXY-185</a:t>
            </a:r>
            <a:endParaRPr lang="en-US" sz="1200"/>
          </a:p>
        </p:txBody>
      </p:sp>
      <p:sp>
        <p:nvSpPr>
          <p:cNvPr id="38" name="文本框 37"/>
          <p:cNvSpPr txBox="1"/>
          <p:nvPr/>
        </p:nvSpPr>
        <p:spPr>
          <a:xfrm>
            <a:off x="3108325" y="104902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JXY-187</a:t>
            </a:r>
            <a:endParaRPr lang="en-US" sz="1200"/>
          </a:p>
        </p:txBody>
      </p:sp>
      <p:sp>
        <p:nvSpPr>
          <p:cNvPr id="39" name="文本框 38"/>
          <p:cNvSpPr txBox="1"/>
          <p:nvPr/>
        </p:nvSpPr>
        <p:spPr>
          <a:xfrm>
            <a:off x="3108325" y="145034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JXY-189</a:t>
            </a:r>
            <a:endParaRPr 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108325" y="185229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JXY-191</a:t>
            </a:r>
            <a:endParaRPr lang="en-US" sz="1200"/>
          </a:p>
        </p:txBody>
      </p:sp>
      <p:sp>
        <p:nvSpPr>
          <p:cNvPr id="53" name="文本框 52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JXY-221</a:t>
            </a:r>
            <a:endParaRPr lang="en-US" sz="1200"/>
          </a:p>
        </p:txBody>
      </p:sp>
      <p:sp>
        <p:nvSpPr>
          <p:cNvPr id="58" name="文本框 57"/>
          <p:cNvSpPr txBox="1"/>
          <p:nvPr/>
        </p:nvSpPr>
        <p:spPr>
          <a:xfrm>
            <a:off x="3108325" y="264858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JXY-223</a:t>
            </a:r>
            <a:endParaRPr lang="en-US" sz="1200"/>
          </a:p>
        </p:txBody>
      </p:sp>
      <p:sp>
        <p:nvSpPr>
          <p:cNvPr id="24" name="同心圆 23">
            <a:hlinkClick r:id="rId8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9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10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11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12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67132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3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4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5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6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7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8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3\JXY-185.pngJXY-18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67132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2" name="椭圆 1"/>
          <p:cNvSpPr/>
          <p:nvPr/>
        </p:nvSpPr>
        <p:spPr>
          <a:xfrm>
            <a:off x="2899410" y="71755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同心圆 3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1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1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同心圆 9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08325" y="2584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JXY-183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6521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JXY-185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04902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JXY-187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45034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JXY-189</a:t>
            </a:r>
            <a:endParaRPr 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3108325" y="185229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JXY-191</a:t>
            </a:r>
            <a:endParaRPr lang="en-US" sz="1200"/>
          </a:p>
        </p:txBody>
      </p:sp>
      <p:sp>
        <p:nvSpPr>
          <p:cNvPr id="22" name="文本框 21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JXY-221</a:t>
            </a:r>
            <a:endParaRPr lang="en-US" sz="1200"/>
          </a:p>
        </p:txBody>
      </p:sp>
      <p:sp>
        <p:nvSpPr>
          <p:cNvPr id="35" name="文本框 34"/>
          <p:cNvSpPr txBox="1"/>
          <p:nvPr/>
        </p:nvSpPr>
        <p:spPr>
          <a:xfrm>
            <a:off x="3108325" y="264858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JXY-223</a:t>
            </a:r>
            <a:endParaRPr lang="en-US" sz="1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\Users\Administrator\Pictures\qrtest\JXY3\JXY-187.pngJXY-18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103" name="文本框 102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104" name="文本框 103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67132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2" name="椭圆 1"/>
          <p:cNvSpPr/>
          <p:nvPr/>
        </p:nvSpPr>
        <p:spPr>
          <a:xfrm>
            <a:off x="2899410" y="111569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同心圆 3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/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1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同心圆 9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08325" y="2584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JXY-183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6521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JXY-185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04902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JXY-187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45034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JXY-189</a:t>
            </a:r>
            <a:endParaRPr 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3108325" y="185229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JXY-191</a:t>
            </a:r>
            <a:endParaRPr lang="en-US" sz="1200"/>
          </a:p>
        </p:txBody>
      </p:sp>
      <p:sp>
        <p:nvSpPr>
          <p:cNvPr id="22" name="文本框 21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JXY-221</a:t>
            </a:r>
            <a:endParaRPr lang="en-US" sz="1200"/>
          </a:p>
        </p:txBody>
      </p:sp>
      <p:sp>
        <p:nvSpPr>
          <p:cNvPr id="25" name="文本框 24"/>
          <p:cNvSpPr txBox="1"/>
          <p:nvPr/>
        </p:nvSpPr>
        <p:spPr>
          <a:xfrm>
            <a:off x="3108325" y="264858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JXY-223</a:t>
            </a:r>
            <a:endParaRPr lang="en-US" sz="1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\Users\Administrator\Pictures\qrtest\JXY3\JXY-189.pngJXY-18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84" name="文本框 83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85" name="文本框 84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67132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椭圆 9"/>
          <p:cNvSpPr/>
          <p:nvPr/>
        </p:nvSpPr>
        <p:spPr>
          <a:xfrm>
            <a:off x="2899410" y="151574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同心圆 12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5" name="同心圆 14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6" name="同心圆 15"/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7" name="同心圆 16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8" name="同心圆 17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同心圆 20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同心圆 21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108325" y="2584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JXY-183</a:t>
            </a:r>
            <a:endParaRPr lang="en-US" altLang="zh-CN" sz="1200"/>
          </a:p>
        </p:txBody>
      </p:sp>
      <p:sp>
        <p:nvSpPr>
          <p:cNvPr id="34" name="文本框 33"/>
          <p:cNvSpPr txBox="1"/>
          <p:nvPr/>
        </p:nvSpPr>
        <p:spPr>
          <a:xfrm>
            <a:off x="3108325" y="6521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JXY-185</a:t>
            </a:r>
            <a:endParaRPr lang="en-US" sz="1200"/>
          </a:p>
        </p:txBody>
      </p:sp>
      <p:sp>
        <p:nvSpPr>
          <p:cNvPr id="38" name="文本框 37"/>
          <p:cNvSpPr txBox="1"/>
          <p:nvPr/>
        </p:nvSpPr>
        <p:spPr>
          <a:xfrm>
            <a:off x="3108325" y="104902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JXY-187</a:t>
            </a:r>
            <a:endParaRPr lang="en-US" sz="1200"/>
          </a:p>
        </p:txBody>
      </p:sp>
      <p:sp>
        <p:nvSpPr>
          <p:cNvPr id="39" name="文本框 38"/>
          <p:cNvSpPr txBox="1"/>
          <p:nvPr/>
        </p:nvSpPr>
        <p:spPr>
          <a:xfrm>
            <a:off x="3108325" y="145034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JXY-189</a:t>
            </a:r>
            <a:endParaRPr 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108325" y="185229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JXY-191</a:t>
            </a:r>
            <a:endParaRPr lang="en-US" sz="1200"/>
          </a:p>
        </p:txBody>
      </p:sp>
      <p:sp>
        <p:nvSpPr>
          <p:cNvPr id="53" name="文本框 52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JXY-221</a:t>
            </a:r>
            <a:endParaRPr lang="en-US" sz="1200"/>
          </a:p>
        </p:txBody>
      </p:sp>
      <p:sp>
        <p:nvSpPr>
          <p:cNvPr id="58" name="文本框 57"/>
          <p:cNvSpPr txBox="1"/>
          <p:nvPr/>
        </p:nvSpPr>
        <p:spPr>
          <a:xfrm>
            <a:off x="3108325" y="264858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JXY-223</a:t>
            </a:r>
            <a:endParaRPr lang="en-US"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3\JXY-191.pngJXY-19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67132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2" name="椭圆 1"/>
          <p:cNvSpPr/>
          <p:nvPr/>
        </p:nvSpPr>
        <p:spPr>
          <a:xfrm>
            <a:off x="2899410" y="191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同心圆 3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17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/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同心圆 9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08325" y="2584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JXY-183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6521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JXY-185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04902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JXY-187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45034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JXY-189</a:t>
            </a:r>
            <a:endParaRPr 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3108325" y="185229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JXY-191</a:t>
            </a:r>
            <a:endParaRPr lang="en-US" sz="1200"/>
          </a:p>
        </p:txBody>
      </p:sp>
      <p:sp>
        <p:nvSpPr>
          <p:cNvPr id="22" name="文本框 21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JXY-221</a:t>
            </a:r>
            <a:endParaRPr lang="en-US" sz="1200"/>
          </a:p>
        </p:txBody>
      </p:sp>
      <p:sp>
        <p:nvSpPr>
          <p:cNvPr id="35" name="文本框 34"/>
          <p:cNvSpPr txBox="1"/>
          <p:nvPr/>
        </p:nvSpPr>
        <p:spPr>
          <a:xfrm>
            <a:off x="3108325" y="264858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JXY-223</a:t>
            </a:r>
            <a:endParaRPr lang="en-US" sz="1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3\JXY-221.pngJXY-22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67132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2" name="椭圆 1"/>
          <p:cNvSpPr/>
          <p:nvPr/>
        </p:nvSpPr>
        <p:spPr>
          <a:xfrm>
            <a:off x="2899410" y="231267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同心圆 3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17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8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同心圆 9">
            <a:hlinkClick r:id="rId19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08325" y="2584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JXY-183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6521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JXY-185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04902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JXY-187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45034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JXY-189</a:t>
            </a:r>
            <a:endParaRPr 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3108325" y="185229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JXY-191</a:t>
            </a:r>
            <a:endParaRPr lang="en-US" sz="1200"/>
          </a:p>
        </p:txBody>
      </p:sp>
      <p:sp>
        <p:nvSpPr>
          <p:cNvPr id="22" name="文本框 21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JXY-221</a:t>
            </a:r>
            <a:endParaRPr lang="en-US" sz="1200"/>
          </a:p>
        </p:txBody>
      </p:sp>
      <p:sp>
        <p:nvSpPr>
          <p:cNvPr id="35" name="文本框 34"/>
          <p:cNvSpPr txBox="1"/>
          <p:nvPr/>
        </p:nvSpPr>
        <p:spPr>
          <a:xfrm>
            <a:off x="3108325" y="264858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JXY-223</a:t>
            </a:r>
            <a:endParaRPr lang="en-US" sz="1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JXY3\JXY-223.pngJXY-22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780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6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167132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7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8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2" name="椭圆 1"/>
          <p:cNvSpPr/>
          <p:nvPr/>
        </p:nvSpPr>
        <p:spPr>
          <a:xfrm>
            <a:off x="2899410" y="271399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同心圆 3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" name="同心圆 4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" name="同心圆 5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17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" name="同心圆 8">
            <a:hlinkClick r:id="rId18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同心圆 9">
            <a:hlinkClick r:id="rId19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08325" y="2584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JXY-183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65214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JXY-185</a:t>
            </a:r>
            <a:endParaRPr 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04902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JXY-187</a:t>
            </a:r>
            <a:endParaRPr 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45034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JXY-189</a:t>
            </a:r>
            <a:endParaRPr 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3108325" y="185229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JXY-191</a:t>
            </a:r>
            <a:endParaRPr lang="en-US" sz="1200"/>
          </a:p>
        </p:txBody>
      </p:sp>
      <p:sp>
        <p:nvSpPr>
          <p:cNvPr id="22" name="文本框 21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JXY-221</a:t>
            </a:r>
            <a:endParaRPr lang="en-US" sz="1200"/>
          </a:p>
        </p:txBody>
      </p:sp>
      <p:sp>
        <p:nvSpPr>
          <p:cNvPr id="35" name="文本框 34"/>
          <p:cNvSpPr txBox="1"/>
          <p:nvPr/>
        </p:nvSpPr>
        <p:spPr>
          <a:xfrm>
            <a:off x="3108325" y="264858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ym typeface="+mn-ea"/>
              </a:rPr>
              <a:t>JXY-223</a:t>
            </a:r>
            <a:endParaRPr lang="en-US" sz="1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R203-1</a:t>
            </a:r>
            <a:endParaRPr lang="en-US" altLang="zh-CN" sz="1200"/>
          </a:p>
        </p:txBody>
      </p:sp>
      <p:sp>
        <p:nvSpPr>
          <p:cNvPr id="23" name="椭圆 22"/>
          <p:cNvSpPr/>
          <p:nvPr/>
        </p:nvSpPr>
        <p:spPr>
          <a:xfrm>
            <a:off x="2899410" y="32448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C:\Users\Administrator\Pictures\qrtest\R203-1.pngR203-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780"/>
            <a:ext cx="2419350" cy="2891155"/>
          </a:xfrm>
          <a:prstGeom prst="rect">
            <a:avLst/>
          </a:prstGeom>
        </p:spPr>
      </p:pic>
      <p:sp>
        <p:nvSpPr>
          <p:cNvPr id="8" name="同心圆 7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80" name="文本框 79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682625" y="410972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9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0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52" name="同心圆 51"/>
          <p:cNvSpPr/>
          <p:nvPr/>
        </p:nvSpPr>
        <p:spPr>
          <a:xfrm>
            <a:off x="617220" y="404495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R202\R201-1.pngR201-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2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3" tooltip="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R201-2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R202</a:t>
            </a:r>
            <a:endParaRPr lang="en-US" altLang="zh-CN" sz="1200"/>
          </a:p>
        </p:txBody>
      </p:sp>
      <p:sp>
        <p:nvSpPr>
          <p:cNvPr id="23" name="椭圆 22"/>
          <p:cNvSpPr/>
          <p:nvPr/>
        </p:nvSpPr>
        <p:spPr>
          <a:xfrm>
            <a:off x="2899410" y="3257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13" name="同心圆 12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18" name="同心圆 17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2" name="同心圆 21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66" name="同心圆 65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7" name="同心圆 66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69" name="同心圆 68"/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1" name="椭圆 70"/>
          <p:cNvSpPr/>
          <p:nvPr/>
        </p:nvSpPr>
        <p:spPr>
          <a:xfrm>
            <a:off x="201739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同心圆 71">
            <a:hlinkClick r:id="rId9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74" name="同心圆 73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76" name="同心圆 75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78" name="同心圆 77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9" name="同心圆 78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1" name="同心圆 80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83" name="文本框 82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R202\R201-2.pngR201-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3" tooltip="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" name="文本框 1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R201-1</a:t>
            </a:r>
            <a:endParaRPr lang="en-US" altLang="zh-CN" sz="1200"/>
          </a:p>
        </p:txBody>
      </p:sp>
      <p:sp>
        <p:nvSpPr>
          <p:cNvPr id="3" name="文本框 2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R201-2</a:t>
            </a:r>
            <a:endParaRPr lang="en-US" altLang="zh-CN" sz="1200"/>
          </a:p>
        </p:txBody>
      </p:sp>
      <p:sp>
        <p:nvSpPr>
          <p:cNvPr id="4" name="文本框 3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R202</a:t>
            </a:r>
            <a:endParaRPr lang="en-US" altLang="zh-CN" sz="1200"/>
          </a:p>
        </p:txBody>
      </p:sp>
      <p:sp>
        <p:nvSpPr>
          <p:cNvPr id="24" name="同心圆 23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/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01739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9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9" name="同心圆 8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R202\R202.pngR2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3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/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111569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R201-1</a:t>
            </a:r>
            <a:endParaRPr lang="en-US" altLang="zh-CN" sz="1200"/>
          </a:p>
        </p:txBody>
      </p:sp>
      <p:sp>
        <p:nvSpPr>
          <p:cNvPr id="3" name="文本框 2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R201-2</a:t>
            </a:r>
            <a:endParaRPr lang="en-US" altLang="zh-CN" sz="1200"/>
          </a:p>
        </p:txBody>
      </p:sp>
      <p:sp>
        <p:nvSpPr>
          <p:cNvPr id="4" name="文本框 3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R202</a:t>
            </a:r>
            <a:endParaRPr lang="en-US" altLang="zh-CN" sz="1200"/>
          </a:p>
        </p:txBody>
      </p:sp>
      <p:sp>
        <p:nvSpPr>
          <p:cNvPr id="69" name="文本框 68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70" name="文本框 69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4" name="同心圆 23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/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017395" y="318643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9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9" name="同心圆 8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M201\M201-1.pngM201-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2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3" tooltip="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M201-2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156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M201-3</a:t>
            </a:r>
            <a:endParaRPr lang="en-US" altLang="zh-CN" sz="1200"/>
          </a:p>
        </p:txBody>
      </p:sp>
      <p:sp>
        <p:nvSpPr>
          <p:cNvPr id="23" name="椭圆 22"/>
          <p:cNvSpPr/>
          <p:nvPr/>
        </p:nvSpPr>
        <p:spPr>
          <a:xfrm>
            <a:off x="2899410" y="3257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2" name="同心圆 21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62" name="同心圆 61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64" name="同心圆 63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66" name="同心圆 65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7" name="同心圆 66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69" name="同心圆 68">
            <a:hlinkClick r:id="rId9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1" name="椭圆 70"/>
          <p:cNvSpPr/>
          <p:nvPr/>
        </p:nvSpPr>
        <p:spPr>
          <a:xfrm>
            <a:off x="237109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同心圆 71"/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74" name="同心圆 73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76" name="同心圆 75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78" name="同心圆 77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9" name="同心圆 78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1" name="同心圆 80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83" name="文本框 82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M201\M201-2.pngM201-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3" tooltip="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M201-2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156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M201-3</a:t>
            </a:r>
            <a:endParaRPr lang="en-US" altLang="zh-CN" sz="1200"/>
          </a:p>
        </p:txBody>
      </p:sp>
      <p:sp>
        <p:nvSpPr>
          <p:cNvPr id="65" name="文本框 6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66" name="文本框 65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53" name="同心圆 52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60" name="同心圆 59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62" name="同心圆 61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64" name="同心圆 63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1" name="同心圆 90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93" name="同心圆 92">
            <a:hlinkClick r:id="rId9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95" name="椭圆 94"/>
          <p:cNvSpPr/>
          <p:nvPr/>
        </p:nvSpPr>
        <p:spPr>
          <a:xfrm>
            <a:off x="237109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同心圆 95"/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98" name="同心圆 97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100" name="同心圆 99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102" name="同心圆 101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3" name="同心圆 102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105" name="同心圆 104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107" name="文本框 106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M201\M201-3.pngM201-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6098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3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/>
          <p:cNvSpPr/>
          <p:nvPr/>
        </p:nvSpPr>
        <p:spPr>
          <a:xfrm>
            <a:off x="2834005" y="105283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111569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M201-2</a:t>
            </a:r>
            <a:endParaRPr lang="en-US" altLang="zh-CN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156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M201-3</a:t>
            </a:r>
            <a:endParaRPr lang="en-US" altLang="zh-CN" sz="1200"/>
          </a:p>
        </p:txBody>
      </p:sp>
      <p:sp>
        <p:nvSpPr>
          <p:cNvPr id="84" name="同心圆 83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86" name="同心圆 85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88" name="同心圆 87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90" name="同心圆 89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1" name="同心圆 90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93" name="同心圆 92">
            <a:hlinkClick r:id="rId9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95" name="椭圆 94"/>
          <p:cNvSpPr/>
          <p:nvPr/>
        </p:nvSpPr>
        <p:spPr>
          <a:xfrm>
            <a:off x="2371090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同心圆 95"/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98" name="同心圆 97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100" name="同心圆 99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102" name="同心圆 101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3" name="同心圆 102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105" name="同心圆 104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107" name="文本框 106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C201\C201-1.pngC201-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69049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/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52" name="文本框 51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C201-1</a:t>
            </a:r>
            <a:endParaRPr lang="en-US" altLang="zh-CN" sz="1200"/>
          </a:p>
        </p:txBody>
      </p:sp>
      <p:sp>
        <p:nvSpPr>
          <p:cNvPr id="60" name="文本框 59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C201-2</a:t>
            </a:r>
            <a:endParaRPr lang="zh-CN" altLang="en-US" sz="1200"/>
          </a:p>
        </p:txBody>
      </p:sp>
      <p:sp>
        <p:nvSpPr>
          <p:cNvPr id="61" name="文本框 60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C201-3</a:t>
            </a:r>
            <a:endParaRPr lang="zh-CN" altLang="en-US" sz="1200"/>
          </a:p>
        </p:txBody>
      </p:sp>
      <p:sp>
        <p:nvSpPr>
          <p:cNvPr id="62" name="文本框 61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C201-4</a:t>
            </a:r>
            <a:endParaRPr lang="zh-CN" altLang="en-US" sz="1200"/>
          </a:p>
        </p:txBody>
      </p:sp>
      <p:sp>
        <p:nvSpPr>
          <p:cNvPr id="63" name="文本框 62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C201-5</a:t>
            </a:r>
            <a:endParaRPr lang="zh-CN" altLang="en-US" sz="1200"/>
          </a:p>
        </p:txBody>
      </p:sp>
      <p:sp>
        <p:nvSpPr>
          <p:cNvPr id="64" name="椭圆 63"/>
          <p:cNvSpPr/>
          <p:nvPr/>
        </p:nvSpPr>
        <p:spPr>
          <a:xfrm>
            <a:off x="2899410" y="32512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同心圆 64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6" name="同心圆 65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7" name="同心圆 66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8" name="同心圆 67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C201-6</a:t>
            </a:r>
            <a:endParaRPr lang="zh-CN" altLang="en-US" sz="1200"/>
          </a:p>
        </p:txBody>
      </p:sp>
      <p:sp>
        <p:nvSpPr>
          <p:cNvPr id="70" name="文本框 69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C201-7</a:t>
            </a:r>
            <a:endParaRPr lang="zh-CN" altLang="en-US" sz="1200"/>
          </a:p>
        </p:txBody>
      </p:sp>
      <p:sp>
        <p:nvSpPr>
          <p:cNvPr id="71" name="同心圆 70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2" name="同心圆 71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同心圆 72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C201\C201-2.pngC201-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69049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/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C201-5</a:t>
            </a:r>
            <a:endParaRPr lang="zh-CN" altLang="en-US" sz="1200"/>
          </a:p>
        </p:txBody>
      </p:sp>
      <p:sp>
        <p:nvSpPr>
          <p:cNvPr id="8" name="椭圆 7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同心圆 21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同心圆 34">
            <a:hlinkClick r:id="rId13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同心圆 35">
            <a:hlinkClick r:id="rId1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C201-6</a:t>
            </a:r>
            <a:endParaRPr lang="zh-CN" alt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C201-7</a:t>
            </a:r>
            <a:endParaRPr lang="zh-CN" altLang="en-US" sz="1200"/>
          </a:p>
        </p:txBody>
      </p:sp>
      <p:sp>
        <p:nvSpPr>
          <p:cNvPr id="51" name="同心圆 50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2" name="同心圆 51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同心圆 52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C201\C201-3.pngC201-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69049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/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C201-5</a:t>
            </a:r>
            <a:endParaRPr lang="zh-CN" altLang="en-US" sz="1200"/>
          </a:p>
        </p:txBody>
      </p:sp>
      <p:sp>
        <p:nvSpPr>
          <p:cNvPr id="9" name="椭圆 8"/>
          <p:cNvSpPr/>
          <p:nvPr/>
        </p:nvSpPr>
        <p:spPr>
          <a:xfrm>
            <a:off x="2899410" y="111506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同心圆 21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同心圆 34"/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同心圆 35">
            <a:hlinkClick r:id="rId14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C201-6</a:t>
            </a:r>
            <a:endParaRPr lang="zh-CN" alt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C201-7</a:t>
            </a:r>
            <a:endParaRPr lang="zh-CN" altLang="en-US" sz="1200"/>
          </a:p>
        </p:txBody>
      </p:sp>
      <p:sp>
        <p:nvSpPr>
          <p:cNvPr id="51" name="同心圆 50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2" name="同心圆 51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同心圆 52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C201\C201-4.pngC201-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69049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/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C201-5</a:t>
            </a:r>
            <a:endParaRPr lang="zh-CN" altLang="en-US" sz="1200"/>
          </a:p>
        </p:txBody>
      </p:sp>
      <p:sp>
        <p:nvSpPr>
          <p:cNvPr id="9" name="椭圆 8"/>
          <p:cNvSpPr/>
          <p:nvPr/>
        </p:nvSpPr>
        <p:spPr>
          <a:xfrm>
            <a:off x="2899410" y="151701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同心圆 21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同心圆 34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同心圆 35"/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5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C201-6</a:t>
            </a:r>
            <a:endParaRPr lang="zh-CN" alt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C201-7</a:t>
            </a:r>
            <a:endParaRPr lang="zh-CN" altLang="en-US" sz="1200"/>
          </a:p>
        </p:txBody>
      </p:sp>
      <p:sp>
        <p:nvSpPr>
          <p:cNvPr id="51" name="同心圆 50">
            <a:hlinkClick r:id="rId16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2" name="同心圆 51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同心圆 52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C201\C201-5.pngC201-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69049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/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C201-5</a:t>
            </a:r>
            <a:endParaRPr lang="zh-CN" altLang="en-US" sz="1200"/>
          </a:p>
        </p:txBody>
      </p:sp>
      <p:sp>
        <p:nvSpPr>
          <p:cNvPr id="9" name="椭圆 8"/>
          <p:cNvSpPr/>
          <p:nvPr/>
        </p:nvSpPr>
        <p:spPr>
          <a:xfrm>
            <a:off x="2899410" y="191960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同心圆 21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同心圆 34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同心圆 35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C201-6</a:t>
            </a:r>
            <a:endParaRPr lang="zh-CN" alt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C201-7</a:t>
            </a:r>
            <a:endParaRPr lang="zh-CN" altLang="en-US" sz="1200"/>
          </a:p>
        </p:txBody>
      </p:sp>
      <p:sp>
        <p:nvSpPr>
          <p:cNvPr id="51" name="同心圆 50">
            <a:hlinkClick r:id="rId17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2" name="同心圆 51"/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同心圆 52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C201\C201-6.pngC201-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24" name="同心圆 23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269049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/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C201-1</a:t>
            </a:r>
            <a:endParaRPr lang="en-US" altLang="zh-CN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C201-2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C201-3</a:t>
            </a:r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C201-4</a:t>
            </a:r>
            <a:endParaRPr lang="zh-CN" altLang="en-US" sz="1200"/>
          </a:p>
        </p:txBody>
      </p:sp>
      <p:sp>
        <p:nvSpPr>
          <p:cNvPr id="18" name="文本框 17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C201-5</a:t>
            </a:r>
            <a:endParaRPr lang="zh-CN" altLang="en-US" sz="1200"/>
          </a:p>
        </p:txBody>
      </p:sp>
      <p:sp>
        <p:nvSpPr>
          <p:cNvPr id="9" name="椭圆 8"/>
          <p:cNvSpPr/>
          <p:nvPr/>
        </p:nvSpPr>
        <p:spPr>
          <a:xfrm>
            <a:off x="2899410" y="231267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同心圆 21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同心圆 34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同心圆 35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9" name="同心圆 38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C201-6</a:t>
            </a:r>
            <a:endParaRPr lang="zh-CN" alt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C201-7</a:t>
            </a:r>
            <a:endParaRPr lang="zh-CN" altLang="en-US" sz="1200"/>
          </a:p>
        </p:txBody>
      </p:sp>
      <p:sp>
        <p:nvSpPr>
          <p:cNvPr id="51" name="同心圆 50"/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2" name="同心圆 51">
            <a:hlinkClick r:id="rId17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同心圆 52">
            <a:hlinkClick r:id="rId18" action="ppaction://hlinksldjump"/>
          </p:cNvPr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pic>
        <p:nvPicPr>
          <p:cNvPr id="3" name="图片 2" descr="C:\Users\Administrator\Pictures\qrtest\C201\C201-7.pngC201-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9" name="同心圆 8">
            <a:hlinkClick r:id="rId2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15" name="同心圆 14">
            <a:hlinkClick r:id="rId3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17" name="同心圆 16">
            <a:hlinkClick r:id="rId4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22" name="同心圆 21">
            <a:hlinkClick r:id="rId5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同心圆 34">
            <a:hlinkClick r:id="rId6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77" name="同心圆 76">
            <a:hlinkClick r:id="rId7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9" name="椭圆 78"/>
          <p:cNvSpPr/>
          <p:nvPr/>
        </p:nvSpPr>
        <p:spPr>
          <a:xfrm>
            <a:off x="269049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同心圆 79">
            <a:hlinkClick r:id="rId8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82" name="同心圆 81"/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84" name="同心圆 83">
            <a:hlinkClick r:id="rId9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86" name="同心圆 85">
            <a:hlinkClick r:id="rId10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7" name="同心圆 86">
            <a:hlinkClick r:id="rId11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9" name="同心圆 88">
            <a:hlinkClick r:id="rId12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91" name="文本框 90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  <p:sp>
        <p:nvSpPr>
          <p:cNvPr id="11" name="文本框 10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C201-1</a:t>
            </a:r>
            <a:endParaRPr lang="en-US" altLang="zh-CN" sz="1200"/>
          </a:p>
        </p:txBody>
      </p:sp>
      <p:sp>
        <p:nvSpPr>
          <p:cNvPr id="12" name="文本框 11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C201-2</a:t>
            </a:r>
            <a:endParaRPr lang="zh-CN" altLang="en-US" sz="1200"/>
          </a:p>
        </p:txBody>
      </p:sp>
      <p:sp>
        <p:nvSpPr>
          <p:cNvPr id="19" name="文本框 18"/>
          <p:cNvSpPr txBox="1"/>
          <p:nvPr/>
        </p:nvSpPr>
        <p:spPr>
          <a:xfrm>
            <a:off x="3108325" y="105029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C201-3</a:t>
            </a:r>
            <a:endParaRPr lang="zh-CN" altLang="en-US" sz="1200"/>
          </a:p>
        </p:txBody>
      </p:sp>
      <p:sp>
        <p:nvSpPr>
          <p:cNvPr id="20" name="文本框 19"/>
          <p:cNvSpPr txBox="1"/>
          <p:nvPr/>
        </p:nvSpPr>
        <p:spPr>
          <a:xfrm>
            <a:off x="3108325" y="145161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C201-4</a:t>
            </a:r>
            <a:endParaRPr lang="zh-CN" altLang="en-US" sz="1200"/>
          </a:p>
        </p:txBody>
      </p:sp>
      <p:sp>
        <p:nvSpPr>
          <p:cNvPr id="21" name="文本框 20"/>
          <p:cNvSpPr txBox="1"/>
          <p:nvPr/>
        </p:nvSpPr>
        <p:spPr>
          <a:xfrm>
            <a:off x="3108325" y="185356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C201-5</a:t>
            </a:r>
            <a:endParaRPr lang="zh-CN" altLang="en-US" sz="1200"/>
          </a:p>
        </p:txBody>
      </p:sp>
      <p:sp>
        <p:nvSpPr>
          <p:cNvPr id="24" name="椭圆 23"/>
          <p:cNvSpPr/>
          <p:nvPr/>
        </p:nvSpPr>
        <p:spPr>
          <a:xfrm>
            <a:off x="2899410" y="271589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同心圆 25">
            <a:hlinkClick r:id="rId13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7" name="同心圆 26">
            <a:hlinkClick r:id="rId14" action="ppaction://hlinksldjump"/>
          </p:cNvPr>
          <p:cNvSpPr/>
          <p:nvPr/>
        </p:nvSpPr>
        <p:spPr>
          <a:xfrm>
            <a:off x="2834005" y="105029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同心圆 27">
            <a:hlinkClick r:id="rId15" action="ppaction://hlinksldjump"/>
          </p:cNvPr>
          <p:cNvSpPr/>
          <p:nvPr/>
        </p:nvSpPr>
        <p:spPr>
          <a:xfrm>
            <a:off x="2834005" y="145288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9" name="同心圆 28">
            <a:hlinkClick r:id="rId16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108325" y="224790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C201-6</a:t>
            </a:r>
            <a:endParaRPr lang="zh-CN" altLang="en-US" sz="1200"/>
          </a:p>
        </p:txBody>
      </p:sp>
      <p:sp>
        <p:nvSpPr>
          <p:cNvPr id="39" name="文本框 38"/>
          <p:cNvSpPr txBox="1"/>
          <p:nvPr/>
        </p:nvSpPr>
        <p:spPr>
          <a:xfrm>
            <a:off x="3108325" y="264985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C201-7</a:t>
            </a:r>
            <a:endParaRPr lang="zh-CN" altLang="en-US" sz="1200"/>
          </a:p>
        </p:txBody>
      </p:sp>
      <p:sp>
        <p:nvSpPr>
          <p:cNvPr id="40" name="同心圆 39">
            <a:hlinkClick r:id="rId17" action="ppaction://hlinksldjump"/>
          </p:cNvPr>
          <p:cNvSpPr/>
          <p:nvPr/>
        </p:nvSpPr>
        <p:spPr>
          <a:xfrm>
            <a:off x="2834005" y="224790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1" name="同心圆 40">
            <a:hlinkClick r:id="rId18" action="ppaction://hlinksldjump"/>
          </p:cNvPr>
          <p:cNvSpPr/>
          <p:nvPr/>
        </p:nvSpPr>
        <p:spPr>
          <a:xfrm>
            <a:off x="2834005" y="185356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同心圆 50"/>
          <p:cNvSpPr/>
          <p:nvPr/>
        </p:nvSpPr>
        <p:spPr>
          <a:xfrm>
            <a:off x="2834005" y="264985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H004&amp;738\H004.pngH00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2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3" tooltip="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澄明度检测仪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pH</a:t>
            </a:r>
            <a:r>
              <a:rPr lang="zh-CN" altLang="en-US" sz="1200"/>
              <a:t>计</a:t>
            </a:r>
            <a:endParaRPr lang="zh-CN" altLang="en-US" sz="1200"/>
          </a:p>
        </p:txBody>
      </p:sp>
      <p:sp>
        <p:nvSpPr>
          <p:cNvPr id="16" name="文本框 15"/>
          <p:cNvSpPr txBox="1"/>
          <p:nvPr/>
        </p:nvSpPr>
        <p:spPr>
          <a:xfrm>
            <a:off x="3108325" y="105156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电导率仪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3257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2" name="同心圆 21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62" name="同心圆 61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64" name="同心圆 63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66" name="同心圆 65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7" name="同心圆 66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69" name="同心圆 68">
            <a:hlinkClick r:id="rId9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71" name="椭圆 70"/>
          <p:cNvSpPr/>
          <p:nvPr/>
        </p:nvSpPr>
        <p:spPr>
          <a:xfrm>
            <a:off x="302831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同心圆 71">
            <a:hlinkClick r:id="rId10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74" name="同心圆 73">
            <a:hlinkClick r:id="rId11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76" name="同心圆 75"/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78" name="同心圆 77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9" name="同心圆 78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81" name="同心圆 80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83" name="文本框 82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H004&amp;738\ph.pngph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>
            <a:hlinkClick r:id="rId3" tooltip="" action="ppaction://hlinksldjump"/>
          </p:cNvPr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62" name="文本框 61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澄明度检测仪</a:t>
            </a:r>
            <a:endParaRPr lang="zh-CN" altLang="en-US" sz="1200"/>
          </a:p>
        </p:txBody>
      </p:sp>
      <p:sp>
        <p:nvSpPr>
          <p:cNvPr id="63" name="文本框 62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pH</a:t>
            </a:r>
            <a:r>
              <a:rPr lang="zh-CN" altLang="en-US" sz="1200"/>
              <a:t>计</a:t>
            </a:r>
            <a:endParaRPr lang="zh-CN" altLang="en-US" sz="1200"/>
          </a:p>
        </p:txBody>
      </p:sp>
      <p:sp>
        <p:nvSpPr>
          <p:cNvPr id="64" name="文本框 63"/>
          <p:cNvSpPr txBox="1"/>
          <p:nvPr/>
        </p:nvSpPr>
        <p:spPr>
          <a:xfrm>
            <a:off x="3108325" y="105156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电导率仪</a:t>
            </a:r>
            <a:endParaRPr lang="zh-CN" altLang="en-US" sz="1200"/>
          </a:p>
        </p:txBody>
      </p:sp>
      <p:sp>
        <p:nvSpPr>
          <p:cNvPr id="24" name="同心圆 23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9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302831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10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1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/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H004&amp;738\h199.pngh19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3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8" name="同心圆 7"/>
          <p:cNvSpPr/>
          <p:nvPr/>
        </p:nvSpPr>
        <p:spPr>
          <a:xfrm>
            <a:off x="2834005" y="10515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111569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" name="文本框 1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澄明度检测仪</a:t>
            </a:r>
            <a:endParaRPr lang="zh-CN" altLang="en-US" sz="1200"/>
          </a:p>
        </p:txBody>
      </p:sp>
      <p:sp>
        <p:nvSpPr>
          <p:cNvPr id="3" name="文本框 2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pH</a:t>
            </a:r>
            <a:r>
              <a:rPr lang="zh-CN" altLang="en-US" sz="1200"/>
              <a:t>计</a:t>
            </a:r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3108325" y="105156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电导率仪</a:t>
            </a:r>
            <a:endParaRPr lang="zh-CN" altLang="en-US" sz="1200"/>
          </a:p>
        </p:txBody>
      </p:sp>
      <p:sp>
        <p:nvSpPr>
          <p:cNvPr id="9" name="同心圆 8">
            <a:hlinkClick r:id="rId4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13" name="同心圆 12">
            <a:hlinkClick r:id="rId5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15" name="同心圆 14">
            <a:hlinkClick r:id="rId6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7" name="同心圆 16">
            <a:hlinkClick r:id="rId7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8" name="同心圆 17">
            <a:hlinkClick r:id="rId8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32" name="同心圆 31">
            <a:hlinkClick r:id="rId9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34" name="椭圆 33"/>
          <p:cNvSpPr/>
          <p:nvPr/>
        </p:nvSpPr>
        <p:spPr>
          <a:xfrm>
            <a:off x="302831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同心圆 34">
            <a:hlinkClick r:id="rId10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37" name="同心圆 36">
            <a:hlinkClick r:id="rId11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/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39" name="同心圆 38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0" name="同心圆 39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2" name="同心圆 51">
            <a:hlinkClick r:id="rId14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8" name="文本框 57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cip&amp;others\XY-FD-576.pngXY-FD-57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2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反应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融浆</a:t>
            </a:r>
            <a:endParaRPr lang="zh-CN" altLang="en-US" sz="1200"/>
          </a:p>
        </p:txBody>
      </p:sp>
      <p:sp>
        <p:nvSpPr>
          <p:cNvPr id="23" name="椭圆 22"/>
          <p:cNvSpPr/>
          <p:nvPr/>
        </p:nvSpPr>
        <p:spPr>
          <a:xfrm>
            <a:off x="2899410" y="3257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24" name="同心圆 23">
            <a:hlinkClick r:id="rId3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4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5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11" name="同心圆 10">
            <a:hlinkClick r:id="rId6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同心圆 11">
            <a:hlinkClick r:id="rId7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8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338264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9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/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3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cip&amp;others\XY-RJ-574.pngXY-RJ-57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11" name="文本框 10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反应</a:t>
            </a:r>
            <a:endParaRPr lang="zh-CN" altLang="en-US" sz="1200"/>
          </a:p>
        </p:txBody>
      </p:sp>
      <p:sp>
        <p:nvSpPr>
          <p:cNvPr id="12" name="文本框 11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融浆</a:t>
            </a:r>
            <a:endParaRPr lang="zh-CN" altLang="en-US" sz="1200"/>
          </a:p>
        </p:txBody>
      </p:sp>
      <p:sp>
        <p:nvSpPr>
          <p:cNvPr id="24" name="同心圆 23">
            <a:hlinkClick r:id="rId3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4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5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8" name="同心圆 7">
            <a:hlinkClick r:id="rId6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同心圆 9">
            <a:hlinkClick r:id="rId7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8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338264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9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/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>
            <a:hlinkClick r:id="rId13" action="ppaction://hlinksldjump"/>
          </p:cNvPr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cip&amp;others\XY-KZ-458.pngXY-KZ-45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/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>
            <a:hlinkClick r:id="rId2" tooltip="" action="ppaction://hlinksldjump"/>
          </p:cNvPr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3257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11" name="文本框 10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反应</a:t>
            </a:r>
            <a:endParaRPr lang="zh-CN" altLang="en-US" sz="1200"/>
          </a:p>
        </p:txBody>
      </p:sp>
      <p:sp>
        <p:nvSpPr>
          <p:cNvPr id="12" name="文本框 11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融浆</a:t>
            </a:r>
            <a:endParaRPr lang="zh-CN" altLang="en-US" sz="1200"/>
          </a:p>
        </p:txBody>
      </p:sp>
      <p:sp>
        <p:nvSpPr>
          <p:cNvPr id="24" name="同心圆 23">
            <a:hlinkClick r:id="rId3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4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5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8" name="同心圆 7">
            <a:hlinkClick r:id="rId6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0" name="同心圆 9">
            <a:hlinkClick r:id="rId7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8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373824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9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/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C:\Users\Administrator\Pictures\qrtest\cip&amp;others\XY-KZ-457.pngXY-KZ-45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7815" y="144145"/>
            <a:ext cx="2419350" cy="2891155"/>
          </a:xfrm>
          <a:prstGeom prst="rect">
            <a:avLst/>
          </a:prstGeom>
        </p:spPr>
      </p:pic>
      <p:sp>
        <p:nvSpPr>
          <p:cNvPr id="5" name="同心圆 4">
            <a:hlinkClick r:id="rId2" tooltip="" action="ppaction://hlinksldjump"/>
          </p:cNvPr>
          <p:cNvSpPr/>
          <p:nvPr/>
        </p:nvSpPr>
        <p:spPr>
          <a:xfrm>
            <a:off x="2834005" y="2597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7" name="同心圆 6"/>
          <p:cNvSpPr/>
          <p:nvPr/>
        </p:nvSpPr>
        <p:spPr>
          <a:xfrm>
            <a:off x="2834005" y="65341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99410" y="719455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270000" y="3395980"/>
            <a:ext cx="274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缓冲液流量计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405" y="4319270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平衡液罐</a:t>
            </a:r>
            <a:endParaRPr lang="zh-CN" altLang="en-US" sz="1200"/>
          </a:p>
        </p:txBody>
      </p:sp>
      <p:sp>
        <p:nvSpPr>
          <p:cNvPr id="10" name="文本框 9"/>
          <p:cNvSpPr txBox="1"/>
          <p:nvPr/>
        </p:nvSpPr>
        <p:spPr>
          <a:xfrm>
            <a:off x="3108325" y="2597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反应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3108325" y="653415"/>
            <a:ext cx="1377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融浆</a:t>
            </a:r>
            <a:endParaRPr lang="zh-CN" altLang="en-US" sz="1200"/>
          </a:p>
        </p:txBody>
      </p:sp>
      <p:sp>
        <p:nvSpPr>
          <p:cNvPr id="24" name="同心圆 23">
            <a:hlinkClick r:id="rId3" action="ppaction://hlinksldjump"/>
          </p:cNvPr>
          <p:cNvSpPr/>
          <p:nvPr/>
        </p:nvSpPr>
        <p:spPr>
          <a:xfrm>
            <a:off x="29781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9560" y="3395980"/>
            <a:ext cx="27432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部屋</a:t>
            </a:r>
            <a:endParaRPr lang="zh-CN" altLang="en-US" sz="1200"/>
          </a:p>
        </p:txBody>
      </p:sp>
      <p:sp>
        <p:nvSpPr>
          <p:cNvPr id="27" name="同心圆 26">
            <a:hlinkClick r:id="rId4" action="ppaction://hlinksldjump"/>
          </p:cNvPr>
          <p:cNvSpPr/>
          <p:nvPr/>
        </p:nvSpPr>
        <p:spPr>
          <a:xfrm>
            <a:off x="61722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8965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反应罐</a:t>
            </a:r>
            <a:endParaRPr lang="zh-CN" altLang="en-US" sz="1200"/>
          </a:p>
        </p:txBody>
      </p:sp>
      <p:sp>
        <p:nvSpPr>
          <p:cNvPr id="29" name="同心圆 28">
            <a:hlinkClick r:id="rId5" action="ppaction://hlinksldjump"/>
          </p:cNvPr>
          <p:cNvSpPr/>
          <p:nvPr/>
        </p:nvSpPr>
        <p:spPr>
          <a:xfrm>
            <a:off x="94424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599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缓冲液罐</a:t>
            </a:r>
            <a:endParaRPr lang="zh-CN" altLang="en-US" sz="1200"/>
          </a:p>
        </p:txBody>
      </p:sp>
      <p:sp>
        <p:nvSpPr>
          <p:cNvPr id="8" name="同心圆 7">
            <a:hlinkClick r:id="rId6" action="ppaction://hlinksldjump"/>
          </p:cNvPr>
          <p:cNvSpPr/>
          <p:nvPr/>
        </p:nvSpPr>
        <p:spPr>
          <a:xfrm>
            <a:off x="127000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同心圆 10">
            <a:hlinkClick r:id="rId7" action="ppaction://hlinksldjump"/>
          </p:cNvPr>
          <p:cNvSpPr/>
          <p:nvPr/>
        </p:nvSpPr>
        <p:spPr>
          <a:xfrm>
            <a:off x="161417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05915" y="3395980"/>
            <a:ext cx="274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酒精流量计</a:t>
            </a:r>
            <a:endParaRPr lang="zh-CN" altLang="en-US" sz="1200"/>
          </a:p>
        </p:txBody>
      </p:sp>
      <p:sp>
        <p:nvSpPr>
          <p:cNvPr id="41" name="同心圆 40">
            <a:hlinkClick r:id="rId8" action="ppaction://hlinksldjump"/>
          </p:cNvPr>
          <p:cNvSpPr/>
          <p:nvPr/>
        </p:nvSpPr>
        <p:spPr>
          <a:xfrm>
            <a:off x="195199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519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配液罐</a:t>
            </a:r>
            <a:endParaRPr lang="zh-CN" altLang="en-US" sz="1200"/>
          </a:p>
        </p:txBody>
      </p:sp>
      <p:sp>
        <p:nvSpPr>
          <p:cNvPr id="43" name="椭圆 42"/>
          <p:cNvSpPr/>
          <p:nvPr/>
        </p:nvSpPr>
        <p:spPr>
          <a:xfrm>
            <a:off x="3738245" y="3187700"/>
            <a:ext cx="143510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同心圆 43">
            <a:hlinkClick r:id="rId9" action="ppaction://hlinksldjump"/>
          </p:cNvPr>
          <p:cNvSpPr/>
          <p:nvPr/>
        </p:nvSpPr>
        <p:spPr>
          <a:xfrm>
            <a:off x="2305685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just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29743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板框</a:t>
            </a:r>
            <a:endParaRPr lang="zh-CN" altLang="en-US" sz="1200"/>
          </a:p>
        </p:txBody>
      </p:sp>
      <p:sp>
        <p:nvSpPr>
          <p:cNvPr id="46" name="同心圆 45">
            <a:hlinkClick r:id="rId10" action="ppaction://hlinksldjump"/>
          </p:cNvPr>
          <p:cNvSpPr/>
          <p:nvPr/>
        </p:nvSpPr>
        <p:spPr>
          <a:xfrm>
            <a:off x="2625090" y="3122295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25090" y="339598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离心机</a:t>
            </a:r>
            <a:endParaRPr lang="zh-CN" altLang="en-US" sz="1200"/>
          </a:p>
        </p:txBody>
      </p:sp>
      <p:sp>
        <p:nvSpPr>
          <p:cNvPr id="49" name="同心圆 48">
            <a:hlinkClick r:id="rId11" action="ppaction://hlinksldjump"/>
          </p:cNvPr>
          <p:cNvSpPr/>
          <p:nvPr/>
        </p:nvSpPr>
        <p:spPr>
          <a:xfrm>
            <a:off x="296291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962910" y="3395980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仪器</a:t>
            </a:r>
            <a:endParaRPr lang="zh-CN" altLang="en-US" sz="1200"/>
          </a:p>
        </p:txBody>
      </p:sp>
      <p:sp>
        <p:nvSpPr>
          <p:cNvPr id="21" name="同心圆 20">
            <a:hlinkClick r:id="rId12" action="ppaction://hlinksldjump"/>
          </p:cNvPr>
          <p:cNvSpPr/>
          <p:nvPr/>
        </p:nvSpPr>
        <p:spPr>
          <a:xfrm>
            <a:off x="617220" y="404114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4" name="同心圆 53">
            <a:hlinkClick r:id="rId13" action="ppaction://hlinksldjump"/>
          </p:cNvPr>
          <p:cNvSpPr/>
          <p:nvPr/>
        </p:nvSpPr>
        <p:spPr>
          <a:xfrm>
            <a:off x="33172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317240" y="3395980"/>
            <a:ext cx="274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自控系统</a:t>
            </a:r>
            <a:endParaRPr lang="zh-CN" altLang="en-US" sz="1200"/>
          </a:p>
        </p:txBody>
      </p:sp>
      <p:sp>
        <p:nvSpPr>
          <p:cNvPr id="56" name="同心圆 55"/>
          <p:cNvSpPr/>
          <p:nvPr/>
        </p:nvSpPr>
        <p:spPr>
          <a:xfrm>
            <a:off x="3672840" y="3121660"/>
            <a:ext cx="274320" cy="274320"/>
          </a:xfrm>
          <a:prstGeom prst="don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72840" y="3580765"/>
            <a:ext cx="274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系统</a:t>
            </a:r>
            <a:endParaRPr lang="zh-CN" altLang="en-US" sz="1200"/>
          </a:p>
        </p:txBody>
      </p:sp>
      <p:sp>
        <p:nvSpPr>
          <p:cNvPr id="59" name="文本框 58"/>
          <p:cNvSpPr txBox="1"/>
          <p:nvPr/>
        </p:nvSpPr>
        <p:spPr>
          <a:xfrm>
            <a:off x="3558540" y="3395980"/>
            <a:ext cx="5022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CIP</a:t>
            </a:r>
            <a:endParaRPr lang="en-US" altLang="zh-CN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3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6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8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1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2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3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4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5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6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7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8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9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0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1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2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3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4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5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6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34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35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37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5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6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7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8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9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10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38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39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35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37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39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40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39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41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4148</Words>
  <Application>WPS 演示</Application>
  <PresentationFormat/>
  <Paragraphs>2016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54</vt:i4>
      </vt:variant>
      <vt:variant>
        <vt:lpstr>幻灯片标题</vt:lpstr>
      </vt:variant>
      <vt:variant>
        <vt:i4>54</vt:i4>
      </vt:variant>
    </vt:vector>
  </HeadingPairs>
  <TitlesOfParts>
    <vt:vector size="115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/>
      <vt:lpstr>1_</vt:lpstr>
      <vt:lpstr>2_</vt:lpstr>
      <vt:lpstr>3_</vt:lpstr>
      <vt:lpstr>4_</vt:lpstr>
      <vt:lpstr>5_</vt:lpstr>
      <vt:lpstr>6_</vt:lpstr>
      <vt:lpstr>7_</vt:lpstr>
      <vt:lpstr>8_</vt:lpstr>
      <vt:lpstr>9_</vt:lpstr>
      <vt:lpstr>10_</vt:lpstr>
      <vt:lpstr>11_</vt:lpstr>
      <vt:lpstr>12_</vt:lpstr>
      <vt:lpstr>14_</vt:lpstr>
      <vt:lpstr>13_</vt:lpstr>
      <vt:lpstr>15_</vt:lpstr>
      <vt:lpstr>16_</vt:lpstr>
      <vt:lpstr>17_</vt:lpstr>
      <vt:lpstr>18_</vt:lpstr>
      <vt:lpstr>19_</vt:lpstr>
      <vt:lpstr>20_</vt:lpstr>
      <vt:lpstr>21_</vt:lpstr>
      <vt:lpstr>22_</vt:lpstr>
      <vt:lpstr>23_</vt:lpstr>
      <vt:lpstr>24_</vt:lpstr>
      <vt:lpstr>25_</vt:lpstr>
      <vt:lpstr>26_</vt:lpstr>
      <vt:lpstr>27_</vt:lpstr>
      <vt:lpstr>28_</vt:lpstr>
      <vt:lpstr>29_</vt:lpstr>
      <vt:lpstr>30_</vt:lpstr>
      <vt:lpstr>31_</vt:lpstr>
      <vt:lpstr>32_</vt:lpstr>
      <vt:lpstr>33_</vt:lpstr>
      <vt:lpstr>34_</vt:lpstr>
      <vt:lpstr>35_</vt:lpstr>
      <vt:lpstr>36_</vt:lpstr>
      <vt:lpstr>34_</vt:lpstr>
      <vt:lpstr>35_</vt:lpstr>
      <vt:lpstr>37_</vt:lpstr>
      <vt:lpstr>5_</vt:lpstr>
      <vt:lpstr>6_</vt:lpstr>
      <vt:lpstr>7_</vt:lpstr>
      <vt:lpstr>8_</vt:lpstr>
      <vt:lpstr>9_</vt:lpstr>
      <vt:lpstr>10_</vt:lpstr>
      <vt:lpstr>38_</vt:lpstr>
      <vt:lpstr>39_</vt:lpstr>
      <vt:lpstr>35_</vt:lpstr>
      <vt:lpstr>37_</vt:lpstr>
      <vt:lpstr>39_</vt:lpstr>
      <vt:lpstr>40_</vt:lpstr>
      <vt:lpstr>39_</vt:lpstr>
      <vt:lpstr>41_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13</cp:revision>
  <dcterms:created xsi:type="dcterms:W3CDTF">2025-11-06T12:05:00Z</dcterms:created>
  <dcterms:modified xsi:type="dcterms:W3CDTF">2025-11-06T15:18:41Z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2052-...</vt:lpwstr>
  </property>
</Properties>
</file>